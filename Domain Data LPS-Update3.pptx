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9" r:id="rId3"/>
    <p:sldMasterId id="2147483704" r:id="rId4"/>
  </p:sldMasterIdLst>
  <p:notesMasterIdLst>
    <p:notesMasterId r:id="rId17"/>
  </p:notesMasterIdLst>
  <p:sldIdLst>
    <p:sldId id="616" r:id="rId5"/>
    <p:sldId id="2431" r:id="rId6"/>
    <p:sldId id="2362" r:id="rId7"/>
    <p:sldId id="2430" r:id="rId8"/>
    <p:sldId id="2432" r:id="rId9"/>
    <p:sldId id="2433" r:id="rId10"/>
    <p:sldId id="2434" r:id="rId11"/>
    <p:sldId id="2435" r:id="rId12"/>
    <p:sldId id="2436" r:id="rId13"/>
    <p:sldId id="2437" r:id="rId14"/>
    <p:sldId id="2438" r:id="rId15"/>
    <p:sldId id="34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3" autoAdjust="0"/>
    <p:restoredTop sz="94660"/>
  </p:normalViewPr>
  <p:slideViewPr>
    <p:cSldViewPr snapToGrid="0">
      <p:cViewPr>
        <p:scale>
          <a:sx n="150" d="100"/>
          <a:sy n="150" d="100"/>
        </p:scale>
        <p:origin x="-1014" y="-7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hammad Zaki (AP)" userId="bca37ba3-e83e-4909-905a-effae797eaea" providerId="ADAL" clId="{AFA4F76D-E6F2-492F-BA69-D90E44348D38}"/>
    <pc:docChg chg="modSld">
      <pc:chgData name="Muhammad Zaki (AP)" userId="bca37ba3-e83e-4909-905a-effae797eaea" providerId="ADAL" clId="{AFA4F76D-E6F2-492F-BA69-D90E44348D38}" dt="2021-09-17T01:56:14.144" v="0" actId="20577"/>
      <pc:docMkLst>
        <pc:docMk/>
      </pc:docMkLst>
      <pc:sldChg chg="modSp mod">
        <pc:chgData name="Muhammad Zaki (AP)" userId="bca37ba3-e83e-4909-905a-effae797eaea" providerId="ADAL" clId="{AFA4F76D-E6F2-492F-BA69-D90E44348D38}" dt="2021-09-17T01:56:14.144" v="0" actId="20577"/>
        <pc:sldMkLst>
          <pc:docMk/>
          <pc:sldMk cId="289428966" sldId="2362"/>
        </pc:sldMkLst>
        <pc:spChg chg="mod">
          <ac:chgData name="Muhammad Zaki (AP)" userId="bca37ba3-e83e-4909-905a-effae797eaea" providerId="ADAL" clId="{AFA4F76D-E6F2-492F-BA69-D90E44348D38}" dt="2021-09-17T01:56:14.144" v="0" actId="20577"/>
          <ac:spMkLst>
            <pc:docMk/>
            <pc:sldMk cId="289428966" sldId="2362"/>
            <ac:spMk id="87" creationId="{442EB5E7-544B-4AC1-9EB9-62608773161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B7E519-EF73-4838-AFB5-6BFBCFEBEDEA}" type="datetimeFigureOut">
              <a:rPr lang="en-US" smtClean="0"/>
              <a:t>9/17/2021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0FA0F7-C54F-469C-B645-EFD5731D0623}" type="slidenum">
              <a:rPr lang="en-US" smtClean="0"/>
              <a:t>‹#›</a:t>
            </a:fld>
            <a:endParaRPr lang="en-US"/>
          </a:p>
        </p:txBody>
      </p:sp>
    </p:spTree>
    <p:extLst>
      <p:ext uri="{BB962C8B-B14F-4D97-AF65-F5344CB8AC3E}">
        <p14:creationId xmlns:p14="http://schemas.microsoft.com/office/powerpoint/2010/main" val="3679178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3.jpeg"/><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9.png"/><Relationship Id="rId1" Type="http://schemas.openxmlformats.org/officeDocument/2006/relationships/slideMaster" Target="../slideMasters/slideMaster2.xml"/><Relationship Id="rId5" Type="http://schemas.openxmlformats.org/officeDocument/2006/relationships/image" Target="../media/image11.png"/><Relationship Id="rId4"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jpe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Master" Target="../slideMasters/slideMaster2.xml"/><Relationship Id="rId5" Type="http://schemas.openxmlformats.org/officeDocument/2006/relationships/image" Target="../media/image3.jpeg"/><Relationship Id="rId4" Type="http://schemas.openxmlformats.org/officeDocument/2006/relationships/image" Target="../media/image10.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9.png"/><Relationship Id="rId1" Type="http://schemas.openxmlformats.org/officeDocument/2006/relationships/slideMaster" Target="../slideMasters/slideMaster2.xml"/><Relationship Id="rId5" Type="http://schemas.openxmlformats.org/officeDocument/2006/relationships/image" Target="../media/image11.png"/><Relationship Id="rId4" Type="http://schemas.openxmlformats.org/officeDocument/2006/relationships/image" Target="../media/image10.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3.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3.xml"/><Relationship Id="rId5" Type="http://schemas.openxmlformats.org/officeDocument/2006/relationships/image" Target="../media/image3.jpeg"/><Relationship Id="rId4"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4.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a:xfrm>
            <a:off x="-16551" y="0"/>
            <a:ext cx="12208550" cy="6858000"/>
          </a:xfrm>
          <a:prstGeom prst="rect">
            <a:avLst/>
          </a:prstGeom>
          <a:solidFill>
            <a:srgbClr val="D18C43"/>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id-ID" sz="1800">
              <a:solidFill>
                <a:srgbClr val="FFFFFF"/>
              </a:solidFill>
            </a:endParaRPr>
          </a:p>
        </p:txBody>
      </p:sp>
      <p:sp>
        <p:nvSpPr>
          <p:cNvPr id="8" name="Rectangle 7"/>
          <p:cNvSpPr/>
          <p:nvPr userDrawn="1"/>
        </p:nvSpPr>
        <p:spPr>
          <a:xfrm>
            <a:off x="-16551" y="2492896"/>
            <a:ext cx="12208551" cy="1656184"/>
          </a:xfrm>
          <a:prstGeom prst="rect">
            <a:avLst/>
          </a:prstGeom>
          <a:solidFill>
            <a:schemeClr val="tx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solidFill>
                <a:srgbClr val="FFFFFF"/>
              </a:solidFill>
            </a:endParaRPr>
          </a:p>
        </p:txBody>
      </p:sp>
    </p:spTree>
    <p:extLst>
      <p:ext uri="{BB962C8B-B14F-4D97-AF65-F5344CB8AC3E}">
        <p14:creationId xmlns:p14="http://schemas.microsoft.com/office/powerpoint/2010/main" val="39772851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701461" y="60610"/>
            <a:ext cx="11234711" cy="472790"/>
          </a:xfrm>
        </p:spPr>
        <p:txBody>
          <a:bodyPr anchor="ctr">
            <a:noAutofit/>
          </a:bodyPr>
          <a:lstStyle>
            <a:lvl1pPr marL="0" indent="0">
              <a:buNone/>
              <a:defRPr sz="2200" b="1" baseline="0">
                <a:solidFill>
                  <a:srgbClr val="1F2020"/>
                </a:solidFill>
                <a:latin typeface="+mj-lt"/>
                <a:cs typeface="Helvetica"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id-ID" dirty="0"/>
              <a:t>SLIDE TITLE</a:t>
            </a:r>
            <a:endParaRPr lang="en-US" dirty="0"/>
          </a:p>
        </p:txBody>
      </p:sp>
      <p:sp>
        <p:nvSpPr>
          <p:cNvPr id="8" name="Text Placeholder 3"/>
          <p:cNvSpPr>
            <a:spLocks noGrp="1"/>
          </p:cNvSpPr>
          <p:nvPr>
            <p:ph type="body" sz="quarter" idx="15" hasCustomPrompt="1"/>
          </p:nvPr>
        </p:nvSpPr>
        <p:spPr>
          <a:xfrm>
            <a:off x="701461" y="527597"/>
            <a:ext cx="11234711" cy="582644"/>
          </a:xfrm>
        </p:spPr>
        <p:txBody>
          <a:bodyPr anchor="ctr">
            <a:normAutofit/>
          </a:bodyPr>
          <a:lstStyle>
            <a:lvl1pPr marL="0" indent="0">
              <a:lnSpc>
                <a:spcPct val="80000"/>
              </a:lnSpc>
              <a:spcBef>
                <a:spcPts val="0"/>
              </a:spcBef>
              <a:buNone/>
              <a:defRPr sz="1600" baseline="0">
                <a:solidFill>
                  <a:srgbClr val="353837"/>
                </a:solidFill>
                <a:latin typeface="+mj-lt"/>
                <a:cs typeface="Helvetica"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id-ID" dirty="0"/>
              <a:t>Headline tells the story</a:t>
            </a:r>
            <a:endParaRPr lang="en-US" dirty="0"/>
          </a:p>
        </p:txBody>
      </p:sp>
      <p:sp>
        <p:nvSpPr>
          <p:cNvPr id="12" name="Rectangle 11"/>
          <p:cNvSpPr/>
          <p:nvPr userDrawn="1"/>
        </p:nvSpPr>
        <p:spPr>
          <a:xfrm>
            <a:off x="-880151" y="2244332"/>
            <a:ext cx="604700" cy="342439"/>
          </a:xfrm>
          <a:prstGeom prst="rect">
            <a:avLst/>
          </a:prstGeom>
          <a:solidFill>
            <a:srgbClr val="1F2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13" name="Rectangle 12"/>
          <p:cNvSpPr/>
          <p:nvPr userDrawn="1"/>
        </p:nvSpPr>
        <p:spPr>
          <a:xfrm>
            <a:off x="-880151" y="2628960"/>
            <a:ext cx="604700" cy="342439"/>
          </a:xfrm>
          <a:prstGeom prst="rect">
            <a:avLst/>
          </a:prstGeom>
          <a:solidFill>
            <a:srgbClr val="5859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14" name="Rectangle 13"/>
          <p:cNvSpPr/>
          <p:nvPr userDrawn="1"/>
        </p:nvSpPr>
        <p:spPr>
          <a:xfrm>
            <a:off x="-880151" y="3027236"/>
            <a:ext cx="604700" cy="342439"/>
          </a:xfrm>
          <a:prstGeom prst="rect">
            <a:avLst/>
          </a:prstGeom>
          <a:solidFill>
            <a:schemeClr val="tx2">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15" name="Rectangle 14"/>
          <p:cNvSpPr/>
          <p:nvPr userDrawn="1"/>
        </p:nvSpPr>
        <p:spPr>
          <a:xfrm>
            <a:off x="-880151" y="3411864"/>
            <a:ext cx="604700" cy="34243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43" name="Rectangle 42"/>
          <p:cNvSpPr/>
          <p:nvPr userDrawn="1"/>
        </p:nvSpPr>
        <p:spPr>
          <a:xfrm>
            <a:off x="-880151" y="3798370"/>
            <a:ext cx="604700" cy="342439"/>
          </a:xfrm>
          <a:prstGeom prst="rect">
            <a:avLst/>
          </a:prstGeom>
          <a:solidFill>
            <a:srgbClr val="DBD9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cxnSp>
        <p:nvCxnSpPr>
          <p:cNvPr id="21" name="Straight Connector 20"/>
          <p:cNvCxnSpPr/>
          <p:nvPr userDrawn="1"/>
        </p:nvCxnSpPr>
        <p:spPr>
          <a:xfrm>
            <a:off x="717928" y="527597"/>
            <a:ext cx="11218244" cy="0"/>
          </a:xfrm>
          <a:prstGeom prst="line">
            <a:avLst/>
          </a:prstGeom>
          <a:ln w="19050">
            <a:solidFill>
              <a:srgbClr val="D08D3F"/>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a:off x="712874" y="6677795"/>
            <a:ext cx="10757590" cy="0"/>
          </a:xfrm>
          <a:prstGeom prst="line">
            <a:avLst/>
          </a:prstGeom>
          <a:ln w="76200">
            <a:solidFill>
              <a:srgbClr val="D08D3F"/>
            </a:solidFill>
          </a:ln>
        </p:spPr>
        <p:style>
          <a:lnRef idx="1">
            <a:schemeClr val="accent1"/>
          </a:lnRef>
          <a:fillRef idx="0">
            <a:schemeClr val="accent1"/>
          </a:fillRef>
          <a:effectRef idx="0">
            <a:schemeClr val="accent1"/>
          </a:effectRef>
          <a:fontRef idx="minor">
            <a:schemeClr val="tx1"/>
          </a:fontRef>
        </p:style>
      </p:cxnSp>
      <p:sp>
        <p:nvSpPr>
          <p:cNvPr id="25" name="Rectangle 24"/>
          <p:cNvSpPr/>
          <p:nvPr userDrawn="1"/>
        </p:nvSpPr>
        <p:spPr>
          <a:xfrm>
            <a:off x="11546036" y="6532268"/>
            <a:ext cx="349776" cy="246221"/>
          </a:xfrm>
          <a:prstGeom prst="rect">
            <a:avLst/>
          </a:prstGeom>
        </p:spPr>
        <p:txBody>
          <a:bodyPr wrap="none">
            <a:spAutoFit/>
          </a:bodyPr>
          <a:lstStyle/>
          <a:p>
            <a:pPr algn="ctr">
              <a:defRPr/>
            </a:pPr>
            <a:fld id="{074DC5AA-6F99-4C51-A2A8-E6E19F6B47BD}" type="slidenum">
              <a:rPr lang="en-US" sz="1000" b="1" smtClean="0">
                <a:solidFill>
                  <a:srgbClr val="1F2020"/>
                </a:solidFill>
              </a:rPr>
              <a:pPr algn="ctr">
                <a:defRPr/>
              </a:pPr>
              <a:t>‹#›</a:t>
            </a:fld>
            <a:endParaRPr lang="en-US" sz="1000" b="1" dirty="0">
              <a:solidFill>
                <a:srgbClr val="1F2020"/>
              </a:solidFill>
            </a:endParaRPr>
          </a:p>
        </p:txBody>
      </p:sp>
      <p:cxnSp>
        <p:nvCxnSpPr>
          <p:cNvPr id="26" name="Straight Connector 25"/>
          <p:cNvCxnSpPr/>
          <p:nvPr userDrawn="1"/>
        </p:nvCxnSpPr>
        <p:spPr>
          <a:xfrm>
            <a:off x="747092" y="6750778"/>
            <a:ext cx="10690010" cy="0"/>
          </a:xfrm>
          <a:prstGeom prst="line">
            <a:avLst/>
          </a:prstGeom>
          <a:ln>
            <a:solidFill>
              <a:srgbClr val="000000"/>
            </a:solidFill>
          </a:ln>
        </p:spPr>
        <p:style>
          <a:lnRef idx="1">
            <a:schemeClr val="dk1"/>
          </a:lnRef>
          <a:fillRef idx="0">
            <a:schemeClr val="dk1"/>
          </a:fillRef>
          <a:effectRef idx="0">
            <a:schemeClr val="dk1"/>
          </a:effectRef>
          <a:fontRef idx="minor">
            <a:schemeClr val="tx1"/>
          </a:fontRef>
        </p:style>
      </p:cxnSp>
      <p:sp>
        <p:nvSpPr>
          <p:cNvPr id="34" name="Rectangle 33"/>
          <p:cNvSpPr/>
          <p:nvPr userDrawn="1"/>
        </p:nvSpPr>
        <p:spPr>
          <a:xfrm>
            <a:off x="-873455" y="696037"/>
            <a:ext cx="604700" cy="342439"/>
          </a:xfrm>
          <a:prstGeom prst="rect">
            <a:avLst/>
          </a:prstGeom>
          <a:solidFill>
            <a:srgbClr val="E79D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35" name="Rectangle 34"/>
          <p:cNvSpPr/>
          <p:nvPr userDrawn="1"/>
        </p:nvSpPr>
        <p:spPr>
          <a:xfrm>
            <a:off x="-873455" y="1080665"/>
            <a:ext cx="604700" cy="342439"/>
          </a:xfrm>
          <a:prstGeom prst="rect">
            <a:avLst/>
          </a:prstGeom>
          <a:solidFill>
            <a:srgbClr val="EAAA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36" name="Rectangle 35"/>
          <p:cNvSpPr/>
          <p:nvPr userDrawn="1"/>
        </p:nvSpPr>
        <p:spPr>
          <a:xfrm>
            <a:off x="-873455" y="1465293"/>
            <a:ext cx="604700" cy="342439"/>
          </a:xfrm>
          <a:prstGeom prst="rect">
            <a:avLst/>
          </a:prstGeom>
          <a:solidFill>
            <a:srgbClr val="EEBC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38" name="Rectangle 37"/>
          <p:cNvSpPr/>
          <p:nvPr userDrawn="1"/>
        </p:nvSpPr>
        <p:spPr>
          <a:xfrm>
            <a:off x="-873456" y="1849921"/>
            <a:ext cx="604700" cy="342439"/>
          </a:xfrm>
          <a:prstGeom prst="rect">
            <a:avLst/>
          </a:prstGeom>
          <a:solidFill>
            <a:srgbClr val="F0C2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40" name="Rectangle 39"/>
          <p:cNvSpPr/>
          <p:nvPr userDrawn="1"/>
        </p:nvSpPr>
        <p:spPr>
          <a:xfrm>
            <a:off x="-873459" y="311408"/>
            <a:ext cx="604700" cy="342439"/>
          </a:xfrm>
          <a:prstGeom prst="rect">
            <a:avLst/>
          </a:prstGeom>
          <a:solidFill>
            <a:srgbClr val="D08D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pic>
        <p:nvPicPr>
          <p:cNvPr id="19" name="Picture 18">
            <a:extLst>
              <a:ext uri="{FF2B5EF4-FFF2-40B4-BE49-F238E27FC236}">
                <a16:creationId xmlns:a16="http://schemas.microsoft.com/office/drawing/2014/main" id="{0A6524C0-22F8-4A0C-BA89-1E23DE709DC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55608" t="71569" r="26958" b="8236"/>
          <a:stretch/>
        </p:blipFill>
        <p:spPr>
          <a:xfrm>
            <a:off x="11196737" y="262940"/>
            <a:ext cx="747120" cy="533995"/>
          </a:xfrm>
          <a:prstGeom prst="rect">
            <a:avLst/>
          </a:prstGeom>
        </p:spPr>
      </p:pic>
      <p:sp>
        <p:nvSpPr>
          <p:cNvPr id="20" name="Rectangle 19">
            <a:extLst>
              <a:ext uri="{FF2B5EF4-FFF2-40B4-BE49-F238E27FC236}">
                <a16:creationId xmlns:a16="http://schemas.microsoft.com/office/drawing/2014/main" id="{A6E2BEE4-3D80-492C-992F-4A4F228A1ABE}"/>
              </a:ext>
            </a:extLst>
          </p:cNvPr>
          <p:cNvSpPr/>
          <p:nvPr userDrawn="1"/>
        </p:nvSpPr>
        <p:spPr bwMode="auto">
          <a:xfrm>
            <a:off x="64768" y="6581073"/>
            <a:ext cx="682286" cy="205890"/>
          </a:xfrm>
          <a:prstGeom prst="rect">
            <a:avLst/>
          </a:prstGeom>
          <a:noFill/>
        </p:spPr>
        <p:txBody>
          <a:bodyPr wrap="square" anchor="ctr">
            <a:spAutoFit/>
          </a:bodyPr>
          <a:lstStyle/>
          <a:p>
            <a:pPr algn="l" fontAlgn="auto">
              <a:spcBef>
                <a:spcPts val="0"/>
              </a:spcBef>
              <a:spcAft>
                <a:spcPts val="0"/>
              </a:spcAft>
              <a:defRPr/>
            </a:pPr>
            <a:r>
              <a:rPr kumimoji="0" lang="fr-FR" sz="738" dirty="0">
                <a:solidFill>
                  <a:schemeClr val="bg1">
                    <a:lumMod val="50000"/>
                  </a:schemeClr>
                </a:solidFill>
                <a:latin typeface="+mn-lt"/>
                <a:ea typeface="Geneva" pitchFamily="-107" charset="-70"/>
                <a:cs typeface="Futura"/>
              </a:rPr>
              <a:t>©201</a:t>
            </a:r>
            <a:r>
              <a:rPr kumimoji="0" lang="en-US" sz="738" dirty="0">
                <a:solidFill>
                  <a:schemeClr val="bg1">
                    <a:lumMod val="50000"/>
                  </a:schemeClr>
                </a:solidFill>
                <a:latin typeface="+mn-lt"/>
                <a:ea typeface="Geneva" pitchFamily="-107" charset="-70"/>
                <a:cs typeface="Futura"/>
              </a:rPr>
              <a:t>9</a:t>
            </a:r>
          </a:p>
        </p:txBody>
      </p:sp>
    </p:spTree>
    <p:extLst>
      <p:ext uri="{BB962C8B-B14F-4D97-AF65-F5344CB8AC3E}">
        <p14:creationId xmlns:p14="http://schemas.microsoft.com/office/powerpoint/2010/main" val="31782189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7464"/>
          </a:xfrm>
          <a:prstGeom prst="rect">
            <a:avLst/>
          </a:prstGeom>
        </p:spPr>
      </p:pic>
      <p:pic>
        <p:nvPicPr>
          <p:cNvPr id="8" name="Picture 7">
            <a:extLst>
              <a:ext uri="{FF2B5EF4-FFF2-40B4-BE49-F238E27FC236}">
                <a16:creationId xmlns:a16="http://schemas.microsoft.com/office/drawing/2014/main" id="{F65132E7-F547-4D1D-A3C4-CD5EC497E21F}"/>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55608" t="71569" r="8509" b="8236"/>
          <a:stretch/>
        </p:blipFill>
        <p:spPr>
          <a:xfrm>
            <a:off x="8399056" y="77553"/>
            <a:ext cx="3296367" cy="1144668"/>
          </a:xfrm>
          <a:prstGeom prst="rect">
            <a:avLst/>
          </a:prstGeom>
        </p:spPr>
      </p:pic>
      <p:sp>
        <p:nvSpPr>
          <p:cNvPr id="9" name="Rectangle 8">
            <a:extLst>
              <a:ext uri="{FF2B5EF4-FFF2-40B4-BE49-F238E27FC236}">
                <a16:creationId xmlns:a16="http://schemas.microsoft.com/office/drawing/2014/main" id="{F1003827-A120-4DEF-96A7-FEB709E6148F}"/>
              </a:ext>
            </a:extLst>
          </p:cNvPr>
          <p:cNvSpPr/>
          <p:nvPr userDrawn="1"/>
        </p:nvSpPr>
        <p:spPr>
          <a:xfrm>
            <a:off x="15631" y="12700"/>
            <a:ext cx="2317031" cy="331895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pic>
        <p:nvPicPr>
          <p:cNvPr id="10" name="Picture 9">
            <a:extLst>
              <a:ext uri="{FF2B5EF4-FFF2-40B4-BE49-F238E27FC236}">
                <a16:creationId xmlns:a16="http://schemas.microsoft.com/office/drawing/2014/main" id="{FFCE4B20-EBE6-404E-A89C-4A1F40B45B29}"/>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r="83529" b="64507"/>
          <a:stretch/>
        </p:blipFill>
        <p:spPr>
          <a:xfrm>
            <a:off x="1" y="5262"/>
            <a:ext cx="1853626" cy="2433918"/>
          </a:xfrm>
          <a:prstGeom prst="rect">
            <a:avLst/>
          </a:prstGeom>
        </p:spPr>
      </p:pic>
      <p:sp>
        <p:nvSpPr>
          <p:cNvPr id="11" name="Rectangle 10">
            <a:extLst>
              <a:ext uri="{FF2B5EF4-FFF2-40B4-BE49-F238E27FC236}">
                <a16:creationId xmlns:a16="http://schemas.microsoft.com/office/drawing/2014/main" id="{E14CA234-3614-43A5-957F-2D3A70F2E88C}"/>
              </a:ext>
            </a:extLst>
          </p:cNvPr>
          <p:cNvSpPr/>
          <p:nvPr userDrawn="1"/>
        </p:nvSpPr>
        <p:spPr>
          <a:xfrm>
            <a:off x="8988132" y="1371600"/>
            <a:ext cx="3188238" cy="5486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pic>
        <p:nvPicPr>
          <p:cNvPr id="12" name="Picture 11">
            <a:extLst>
              <a:ext uri="{FF2B5EF4-FFF2-40B4-BE49-F238E27FC236}">
                <a16:creationId xmlns:a16="http://schemas.microsoft.com/office/drawing/2014/main" id="{F4B06B4A-0DF1-4A9F-852C-D6800EC5216A}"/>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l="70724" t="19805"/>
          <a:stretch/>
        </p:blipFill>
        <p:spPr>
          <a:xfrm>
            <a:off x="10744795" y="4628272"/>
            <a:ext cx="1447205" cy="2229729"/>
          </a:xfrm>
          <a:prstGeom prst="rect">
            <a:avLst/>
          </a:prstGeom>
        </p:spPr>
      </p:pic>
    </p:spTree>
    <p:extLst>
      <p:ext uri="{BB962C8B-B14F-4D97-AF65-F5344CB8AC3E}">
        <p14:creationId xmlns:p14="http://schemas.microsoft.com/office/powerpoint/2010/main" val="34307244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7464"/>
          </a:xfrm>
          <a:prstGeom prst="rect">
            <a:avLst/>
          </a:prstGeom>
        </p:spPr>
      </p:pic>
      <p:sp>
        <p:nvSpPr>
          <p:cNvPr id="4" name="Rectangle 3">
            <a:extLst>
              <a:ext uri="{FF2B5EF4-FFF2-40B4-BE49-F238E27FC236}">
                <a16:creationId xmlns:a16="http://schemas.microsoft.com/office/drawing/2014/main" id="{FB58CAA3-067D-4AB0-8D9F-73D3A00CB151}"/>
              </a:ext>
            </a:extLst>
          </p:cNvPr>
          <p:cNvSpPr/>
          <p:nvPr userDrawn="1"/>
        </p:nvSpPr>
        <p:spPr>
          <a:xfrm>
            <a:off x="9003763" y="1371600"/>
            <a:ext cx="3188238" cy="5486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5" name="Rectangle 4">
            <a:extLst>
              <a:ext uri="{FF2B5EF4-FFF2-40B4-BE49-F238E27FC236}">
                <a16:creationId xmlns:a16="http://schemas.microsoft.com/office/drawing/2014/main" id="{247D77BA-7F75-43F1-ABE1-9E382FBEEDD4}"/>
              </a:ext>
            </a:extLst>
          </p:cNvPr>
          <p:cNvSpPr/>
          <p:nvPr userDrawn="1"/>
        </p:nvSpPr>
        <p:spPr>
          <a:xfrm>
            <a:off x="15631" y="12700"/>
            <a:ext cx="2317031" cy="331895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pic>
        <p:nvPicPr>
          <p:cNvPr id="6" name="Picture 5">
            <a:extLst>
              <a:ext uri="{FF2B5EF4-FFF2-40B4-BE49-F238E27FC236}">
                <a16:creationId xmlns:a16="http://schemas.microsoft.com/office/drawing/2014/main" id="{F1CEC597-35AD-4ABE-9A78-8DD771535533}"/>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70724" t="19805"/>
          <a:stretch/>
        </p:blipFill>
        <p:spPr>
          <a:xfrm>
            <a:off x="10744795" y="4628272"/>
            <a:ext cx="1447205" cy="2229729"/>
          </a:xfrm>
          <a:prstGeom prst="rect">
            <a:avLst/>
          </a:prstGeom>
        </p:spPr>
      </p:pic>
      <p:pic>
        <p:nvPicPr>
          <p:cNvPr id="7" name="Picture 6">
            <a:extLst>
              <a:ext uri="{FF2B5EF4-FFF2-40B4-BE49-F238E27FC236}">
                <a16:creationId xmlns:a16="http://schemas.microsoft.com/office/drawing/2014/main" id="{E300C125-EC61-4AF3-86F4-9E6CF253E70C}"/>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r="83529" b="64507"/>
          <a:stretch/>
        </p:blipFill>
        <p:spPr>
          <a:xfrm>
            <a:off x="1" y="5262"/>
            <a:ext cx="1853626" cy="2433918"/>
          </a:xfrm>
          <a:prstGeom prst="rect">
            <a:avLst/>
          </a:prstGeom>
        </p:spPr>
      </p:pic>
      <p:pic>
        <p:nvPicPr>
          <p:cNvPr id="8" name="Picture 7">
            <a:extLst>
              <a:ext uri="{FF2B5EF4-FFF2-40B4-BE49-F238E27FC236}">
                <a16:creationId xmlns:a16="http://schemas.microsoft.com/office/drawing/2014/main" id="{ED74F0E8-0852-4724-AF72-5B10F233F642}"/>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l="55608" t="71569" r="8509" b="8236"/>
          <a:stretch/>
        </p:blipFill>
        <p:spPr>
          <a:xfrm>
            <a:off x="9216934" y="195958"/>
            <a:ext cx="2251463" cy="781823"/>
          </a:xfrm>
          <a:prstGeom prst="rect">
            <a:avLst/>
          </a:prstGeom>
        </p:spPr>
      </p:pic>
    </p:spTree>
    <p:extLst>
      <p:ext uri="{BB962C8B-B14F-4D97-AF65-F5344CB8AC3E}">
        <p14:creationId xmlns:p14="http://schemas.microsoft.com/office/powerpoint/2010/main" val="2420056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9" name="Rectangle 8"/>
          <p:cNvSpPr/>
          <p:nvPr userDrawn="1"/>
        </p:nvSpPr>
        <p:spPr>
          <a:xfrm flipV="1">
            <a:off x="17856" y="1126448"/>
            <a:ext cx="12192000" cy="571830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prstClr val="white"/>
              </a:solidFill>
            </a:endParaRPr>
          </a:p>
        </p:txBody>
      </p:sp>
      <p:sp>
        <p:nvSpPr>
          <p:cNvPr id="3" name="Hexagon 2"/>
          <p:cNvSpPr/>
          <p:nvPr userDrawn="1"/>
        </p:nvSpPr>
        <p:spPr>
          <a:xfrm>
            <a:off x="11400354" y="6324724"/>
            <a:ext cx="561055" cy="364320"/>
          </a:xfrm>
          <a:prstGeom prst="hexagon">
            <a:avLst/>
          </a:prstGeom>
          <a:solidFill>
            <a:schemeClr val="accent5">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defRPr/>
            </a:pPr>
            <a:fld id="{074DC5AA-6F99-4C51-A2A8-E6E19F6B47BD}" type="slidenum">
              <a:rPr lang="en-US" sz="1200" b="1">
                <a:solidFill>
                  <a:prstClr val="white"/>
                </a:solidFill>
              </a:rPr>
              <a:pPr algn="ctr">
                <a:defRPr/>
              </a:pPr>
              <a:t>‹#›</a:t>
            </a:fld>
            <a:endParaRPr lang="en-US" sz="1100" b="1" dirty="0">
              <a:solidFill>
                <a:prstClr val="white"/>
              </a:solidFill>
            </a:endParaRPr>
          </a:p>
        </p:txBody>
      </p:sp>
      <p:sp>
        <p:nvSpPr>
          <p:cNvPr id="6" name="Text Placeholder 5"/>
          <p:cNvSpPr>
            <a:spLocks noGrp="1"/>
          </p:cNvSpPr>
          <p:nvPr>
            <p:ph type="body" sz="quarter" idx="14" hasCustomPrompt="1"/>
          </p:nvPr>
        </p:nvSpPr>
        <p:spPr>
          <a:xfrm>
            <a:off x="203201" y="6354484"/>
            <a:ext cx="10966556" cy="334560"/>
          </a:xfrm>
        </p:spPr>
        <p:txBody>
          <a:bodyPr anchor="ctr">
            <a:normAutofit/>
          </a:bodyPr>
          <a:lstStyle>
            <a:lvl1pPr marL="0" indent="0">
              <a:buNone/>
              <a:defRPr sz="1100"/>
            </a:lvl1pPr>
            <a:lvl2pPr marL="457200" indent="0">
              <a:buNone/>
              <a:defRPr/>
            </a:lvl2pPr>
            <a:lvl3pPr marL="914400" indent="0">
              <a:buNone/>
              <a:defRPr/>
            </a:lvl3pPr>
            <a:lvl4pPr marL="1371600" indent="0">
              <a:buNone/>
              <a:defRPr/>
            </a:lvl4pPr>
            <a:lvl5pPr marL="1828800" indent="0">
              <a:buNone/>
              <a:defRPr/>
            </a:lvl5pPr>
          </a:lstStyle>
          <a:p>
            <a:pPr lvl="0"/>
            <a:r>
              <a:rPr lang="id-ID" dirty="0"/>
              <a:t>Source:</a:t>
            </a:r>
            <a:endParaRPr lang="en-US" dirty="0"/>
          </a:p>
        </p:txBody>
      </p:sp>
      <p:sp>
        <p:nvSpPr>
          <p:cNvPr id="7" name="Rectangle 6"/>
          <p:cNvSpPr/>
          <p:nvPr userDrawn="1"/>
        </p:nvSpPr>
        <p:spPr>
          <a:xfrm>
            <a:off x="-873455" y="696037"/>
            <a:ext cx="604700" cy="342439"/>
          </a:xfrm>
          <a:prstGeom prst="rect">
            <a:avLst/>
          </a:prstGeom>
          <a:solidFill>
            <a:srgbClr val="FAA2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8" name="Rectangle 7"/>
          <p:cNvSpPr/>
          <p:nvPr userDrawn="1"/>
        </p:nvSpPr>
        <p:spPr>
          <a:xfrm>
            <a:off x="-873455" y="1080665"/>
            <a:ext cx="604700" cy="342439"/>
          </a:xfrm>
          <a:prstGeom prst="rect">
            <a:avLst/>
          </a:prstGeom>
          <a:solidFill>
            <a:srgbClr val="1F2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11" name="Rectangle 10"/>
          <p:cNvSpPr/>
          <p:nvPr userDrawn="1"/>
        </p:nvSpPr>
        <p:spPr>
          <a:xfrm>
            <a:off x="-873455" y="1465293"/>
            <a:ext cx="604700" cy="342439"/>
          </a:xfrm>
          <a:prstGeom prst="rect">
            <a:avLst/>
          </a:prstGeom>
          <a:solidFill>
            <a:srgbClr val="3538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12" name="Rectangle 11"/>
          <p:cNvSpPr/>
          <p:nvPr userDrawn="1"/>
        </p:nvSpPr>
        <p:spPr>
          <a:xfrm>
            <a:off x="-873456" y="1849921"/>
            <a:ext cx="604700" cy="342439"/>
          </a:xfrm>
          <a:prstGeom prst="rect">
            <a:avLst/>
          </a:prstGeom>
          <a:solidFill>
            <a:srgbClr val="B1B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13" name="Rectangle 12"/>
          <p:cNvSpPr/>
          <p:nvPr userDrawn="1"/>
        </p:nvSpPr>
        <p:spPr>
          <a:xfrm>
            <a:off x="-873458" y="2234549"/>
            <a:ext cx="604700" cy="342439"/>
          </a:xfrm>
          <a:prstGeom prst="rect">
            <a:avLst/>
          </a:prstGeom>
          <a:solidFill>
            <a:srgbClr val="C7C4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14" name="Rectangle 13"/>
          <p:cNvSpPr/>
          <p:nvPr userDrawn="1"/>
        </p:nvSpPr>
        <p:spPr>
          <a:xfrm>
            <a:off x="-873459" y="311408"/>
            <a:ext cx="604700" cy="342439"/>
          </a:xfrm>
          <a:prstGeom prst="rect">
            <a:avLst/>
          </a:prstGeom>
          <a:solidFill>
            <a:srgbClr val="CC86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pic>
        <p:nvPicPr>
          <p:cNvPr id="16" name="Picture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6"/>
            <a:ext cx="12209856" cy="6857464"/>
          </a:xfrm>
          <a:prstGeom prst="rect">
            <a:avLst/>
          </a:prstGeom>
          <a:solidFill>
            <a:schemeClr val="tx2">
              <a:lumMod val="95000"/>
            </a:schemeClr>
          </a:solidFill>
        </p:spPr>
      </p:pic>
    </p:spTree>
    <p:extLst>
      <p:ext uri="{BB962C8B-B14F-4D97-AF65-F5344CB8AC3E}">
        <p14:creationId xmlns:p14="http://schemas.microsoft.com/office/powerpoint/2010/main" val="134217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Rectangle 4"/>
          <p:cNvSpPr/>
          <p:nvPr userDrawn="1"/>
        </p:nvSpPr>
        <p:spPr>
          <a:xfrm>
            <a:off x="0" y="0"/>
            <a:ext cx="12330638" cy="6858000"/>
          </a:xfrm>
          <a:prstGeom prst="rect">
            <a:avLst/>
          </a:prstGeom>
          <a:solidFill>
            <a:srgbClr val="D18C43"/>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id-ID" sz="1800">
              <a:solidFill>
                <a:srgbClr val="FFFFFF"/>
              </a:solidFill>
            </a:endParaRPr>
          </a:p>
        </p:txBody>
      </p:sp>
      <p:sp>
        <p:nvSpPr>
          <p:cNvPr id="4" name="Rectangle 3"/>
          <p:cNvSpPr/>
          <p:nvPr userDrawn="1"/>
        </p:nvSpPr>
        <p:spPr>
          <a:xfrm>
            <a:off x="-873455" y="696037"/>
            <a:ext cx="604700" cy="342439"/>
          </a:xfrm>
          <a:prstGeom prst="rect">
            <a:avLst/>
          </a:prstGeom>
          <a:solidFill>
            <a:srgbClr val="E594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6" name="Rectangle 5"/>
          <p:cNvSpPr/>
          <p:nvPr userDrawn="1"/>
        </p:nvSpPr>
        <p:spPr>
          <a:xfrm>
            <a:off x="-873455" y="1080665"/>
            <a:ext cx="604700" cy="342439"/>
          </a:xfrm>
          <a:prstGeom prst="rect">
            <a:avLst/>
          </a:prstGeom>
          <a:solidFill>
            <a:srgbClr val="EAA8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7" name="Rectangle 6"/>
          <p:cNvSpPr/>
          <p:nvPr userDrawn="1"/>
        </p:nvSpPr>
        <p:spPr>
          <a:xfrm>
            <a:off x="-873455" y="1465293"/>
            <a:ext cx="604700" cy="342439"/>
          </a:xfrm>
          <a:prstGeom prst="rect">
            <a:avLst/>
          </a:prstGeom>
          <a:solidFill>
            <a:srgbClr val="F0C0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8" name="Rectangle 7"/>
          <p:cNvSpPr/>
          <p:nvPr userDrawn="1"/>
        </p:nvSpPr>
        <p:spPr>
          <a:xfrm>
            <a:off x="-873456" y="1849921"/>
            <a:ext cx="604700" cy="342439"/>
          </a:xfrm>
          <a:prstGeom prst="rect">
            <a:avLst/>
          </a:prstGeom>
          <a:solidFill>
            <a:srgbClr val="F5E9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9" name="Rectangle 8"/>
          <p:cNvSpPr/>
          <p:nvPr userDrawn="1"/>
        </p:nvSpPr>
        <p:spPr>
          <a:xfrm>
            <a:off x="-873458" y="2234549"/>
            <a:ext cx="604700" cy="342439"/>
          </a:xfrm>
          <a:prstGeom prst="rect">
            <a:avLst/>
          </a:prstGeom>
          <a:solidFill>
            <a:srgbClr val="F8EF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10" name="Rectangle 9"/>
          <p:cNvSpPr/>
          <p:nvPr userDrawn="1"/>
        </p:nvSpPr>
        <p:spPr>
          <a:xfrm>
            <a:off x="-873459" y="311408"/>
            <a:ext cx="604700" cy="342439"/>
          </a:xfrm>
          <a:prstGeom prst="rect">
            <a:avLst/>
          </a:prstGeom>
          <a:solidFill>
            <a:srgbClr val="E28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Tree>
    <p:extLst>
      <p:ext uri="{BB962C8B-B14F-4D97-AF65-F5344CB8AC3E}">
        <p14:creationId xmlns:p14="http://schemas.microsoft.com/office/powerpoint/2010/main" val="33553201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3_Title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7464"/>
          </a:xfrm>
          <a:prstGeom prst="rect">
            <a:avLst/>
          </a:prstGeom>
        </p:spPr>
      </p:pic>
      <p:sp>
        <p:nvSpPr>
          <p:cNvPr id="2" name="Title 1"/>
          <p:cNvSpPr>
            <a:spLocks noGrp="1"/>
          </p:cNvSpPr>
          <p:nvPr>
            <p:ph type="ctrTitle" hasCustomPrompt="1"/>
          </p:nvPr>
        </p:nvSpPr>
        <p:spPr>
          <a:xfrm>
            <a:off x="917905" y="1072056"/>
            <a:ext cx="8184054" cy="2437908"/>
          </a:xfrm>
        </p:spPr>
        <p:txBody>
          <a:bodyPr anchor="b">
            <a:noAutofit/>
          </a:bodyPr>
          <a:lstStyle>
            <a:lvl1pPr algn="l">
              <a:defRPr sz="3600" b="1" i="0">
                <a:solidFill>
                  <a:srgbClr val="F9A11E"/>
                </a:solidFill>
                <a:latin typeface="Trebuchet MS" charset="0"/>
                <a:ea typeface="Trebuchet MS" charset="0"/>
                <a:cs typeface="Trebuchet MS" charset="0"/>
              </a:defRPr>
            </a:lvl1pPr>
          </a:lstStyle>
          <a:p>
            <a:r>
              <a:rPr lang="en-US" dirty="0"/>
              <a:t>CLICK TO EDIT</a:t>
            </a:r>
            <a:br>
              <a:rPr lang="en-US" dirty="0"/>
            </a:br>
            <a:r>
              <a:rPr lang="en-US" dirty="0"/>
              <a:t>MASTER TITLE STYLE</a:t>
            </a:r>
          </a:p>
        </p:txBody>
      </p:sp>
      <p:sp>
        <p:nvSpPr>
          <p:cNvPr id="3" name="Subtitle 2"/>
          <p:cNvSpPr>
            <a:spLocks noGrp="1"/>
          </p:cNvSpPr>
          <p:nvPr>
            <p:ph type="subTitle" idx="1"/>
          </p:nvPr>
        </p:nvSpPr>
        <p:spPr>
          <a:xfrm>
            <a:off x="917904" y="3596785"/>
            <a:ext cx="8184054" cy="2252223"/>
          </a:xfrm>
        </p:spPr>
        <p:txBody>
          <a:bodyPr>
            <a:normAutofit/>
          </a:bodyPr>
          <a:lstStyle>
            <a:lvl1pPr marL="0" indent="0" algn="l">
              <a:buNone/>
              <a:defRPr sz="1800">
                <a:solidFill>
                  <a:schemeClr val="bg2">
                    <a:lumMod val="25000"/>
                  </a:schemeClr>
                </a:solidFill>
                <a:latin typeface="Century Gothic" charset="0"/>
                <a:ea typeface="Century Gothic" charset="0"/>
                <a:cs typeface="Century Gothic"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5" name="Picture 4">
            <a:extLst>
              <a:ext uri="{FF2B5EF4-FFF2-40B4-BE49-F238E27FC236}">
                <a16:creationId xmlns:a16="http://schemas.microsoft.com/office/drawing/2014/main" id="{F65132E7-F547-4D1D-A3C4-CD5EC497E21F}"/>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55608" t="71569" r="8509" b="8236"/>
          <a:stretch/>
        </p:blipFill>
        <p:spPr>
          <a:xfrm>
            <a:off x="8399056" y="77553"/>
            <a:ext cx="3296367" cy="1144668"/>
          </a:xfrm>
          <a:prstGeom prst="rect">
            <a:avLst/>
          </a:prstGeom>
        </p:spPr>
      </p:pic>
    </p:spTree>
    <p:extLst>
      <p:ext uri="{BB962C8B-B14F-4D97-AF65-F5344CB8AC3E}">
        <p14:creationId xmlns:p14="http://schemas.microsoft.com/office/powerpoint/2010/main" val="31430484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7464"/>
          </a:xfrm>
          <a:prstGeom prst="rect">
            <a:avLst/>
          </a:prstGeom>
        </p:spPr>
      </p:pic>
      <p:pic>
        <p:nvPicPr>
          <p:cNvPr id="9" name="Picture 8">
            <a:extLst>
              <a:ext uri="{FF2B5EF4-FFF2-40B4-BE49-F238E27FC236}">
                <a16:creationId xmlns:a16="http://schemas.microsoft.com/office/drawing/2014/main" id="{ED74F0E8-0852-4724-AF72-5B10F233F642}"/>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55608" t="71569" r="8509" b="8236"/>
          <a:stretch/>
        </p:blipFill>
        <p:spPr>
          <a:xfrm>
            <a:off x="9216934" y="195958"/>
            <a:ext cx="2251463" cy="781823"/>
          </a:xfrm>
          <a:prstGeom prst="rect">
            <a:avLst/>
          </a:prstGeom>
        </p:spPr>
      </p:pic>
      <p:sp>
        <p:nvSpPr>
          <p:cNvPr id="11" name="Title 10"/>
          <p:cNvSpPr>
            <a:spLocks noGrp="1"/>
          </p:cNvSpPr>
          <p:nvPr>
            <p:ph type="title" hasCustomPrompt="1"/>
          </p:nvPr>
        </p:nvSpPr>
        <p:spPr>
          <a:xfrm>
            <a:off x="495598" y="2857232"/>
            <a:ext cx="10972800" cy="1143000"/>
          </a:xfrm>
        </p:spPr>
        <p:txBody>
          <a:bodyPr/>
          <a:lstStyle>
            <a:lvl1pPr>
              <a:defRPr/>
            </a:lvl1pPr>
          </a:lstStyle>
          <a:p>
            <a:r>
              <a:rPr lang="en-US" dirty="0"/>
              <a:t>Sub title</a:t>
            </a:r>
          </a:p>
        </p:txBody>
      </p:sp>
    </p:spTree>
    <p:extLst>
      <p:ext uri="{BB962C8B-B14F-4D97-AF65-F5344CB8AC3E}">
        <p14:creationId xmlns:p14="http://schemas.microsoft.com/office/powerpoint/2010/main" val="28496512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12" name="Rectangle 11"/>
          <p:cNvSpPr/>
          <p:nvPr userDrawn="1"/>
        </p:nvSpPr>
        <p:spPr>
          <a:xfrm>
            <a:off x="-880150" y="2244333"/>
            <a:ext cx="604700" cy="342439"/>
          </a:xfrm>
          <a:prstGeom prst="rect">
            <a:avLst/>
          </a:prstGeom>
          <a:solidFill>
            <a:srgbClr val="1F2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662">
              <a:latin typeface="+mn-lt"/>
            </a:endParaRPr>
          </a:p>
        </p:txBody>
      </p:sp>
      <p:sp>
        <p:nvSpPr>
          <p:cNvPr id="13" name="Rectangle 12"/>
          <p:cNvSpPr/>
          <p:nvPr userDrawn="1"/>
        </p:nvSpPr>
        <p:spPr>
          <a:xfrm>
            <a:off x="-880150" y="2628961"/>
            <a:ext cx="604700" cy="342439"/>
          </a:xfrm>
          <a:prstGeom prst="rect">
            <a:avLst/>
          </a:prstGeom>
          <a:solidFill>
            <a:srgbClr val="5859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662">
              <a:latin typeface="+mn-lt"/>
            </a:endParaRPr>
          </a:p>
        </p:txBody>
      </p:sp>
      <p:sp>
        <p:nvSpPr>
          <p:cNvPr id="14" name="Rectangle 13"/>
          <p:cNvSpPr/>
          <p:nvPr userDrawn="1"/>
        </p:nvSpPr>
        <p:spPr>
          <a:xfrm>
            <a:off x="-880150" y="3027237"/>
            <a:ext cx="604700" cy="342439"/>
          </a:xfrm>
          <a:prstGeom prst="rect">
            <a:avLst/>
          </a:prstGeom>
          <a:solidFill>
            <a:schemeClr val="tx2">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662">
              <a:latin typeface="+mn-lt"/>
            </a:endParaRPr>
          </a:p>
        </p:txBody>
      </p:sp>
      <p:sp>
        <p:nvSpPr>
          <p:cNvPr id="15" name="Rectangle 14"/>
          <p:cNvSpPr/>
          <p:nvPr userDrawn="1"/>
        </p:nvSpPr>
        <p:spPr>
          <a:xfrm>
            <a:off x="-880150" y="3411865"/>
            <a:ext cx="604700" cy="34243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662">
              <a:latin typeface="+mn-lt"/>
            </a:endParaRPr>
          </a:p>
        </p:txBody>
      </p:sp>
      <p:sp>
        <p:nvSpPr>
          <p:cNvPr id="43" name="Rectangle 42"/>
          <p:cNvSpPr/>
          <p:nvPr userDrawn="1"/>
        </p:nvSpPr>
        <p:spPr>
          <a:xfrm>
            <a:off x="-880150" y="3798371"/>
            <a:ext cx="604700" cy="342439"/>
          </a:xfrm>
          <a:prstGeom prst="rect">
            <a:avLst/>
          </a:prstGeom>
          <a:solidFill>
            <a:srgbClr val="DBD9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662">
              <a:latin typeface="+mn-lt"/>
            </a:endParaRPr>
          </a:p>
        </p:txBody>
      </p:sp>
      <p:sp>
        <p:nvSpPr>
          <p:cNvPr id="23" name="Rectangle 22"/>
          <p:cNvSpPr/>
          <p:nvPr userDrawn="1"/>
        </p:nvSpPr>
        <p:spPr bwMode="auto">
          <a:xfrm>
            <a:off x="64768" y="6581073"/>
            <a:ext cx="682285" cy="205890"/>
          </a:xfrm>
          <a:prstGeom prst="rect">
            <a:avLst/>
          </a:prstGeom>
          <a:noFill/>
        </p:spPr>
        <p:txBody>
          <a:bodyPr wrap="square" anchor="ctr">
            <a:spAutoFit/>
          </a:bodyPr>
          <a:lstStyle/>
          <a:p>
            <a:pPr algn="l" fontAlgn="auto">
              <a:spcBef>
                <a:spcPts val="0"/>
              </a:spcBef>
              <a:spcAft>
                <a:spcPts val="0"/>
              </a:spcAft>
              <a:defRPr/>
            </a:pPr>
            <a:r>
              <a:rPr kumimoji="0" lang="fr-FR" sz="738" dirty="0">
                <a:solidFill>
                  <a:schemeClr val="bg1">
                    <a:lumMod val="50000"/>
                  </a:schemeClr>
                </a:solidFill>
                <a:latin typeface="+mn-lt"/>
                <a:ea typeface="Geneva" pitchFamily="-107" charset="-70"/>
                <a:cs typeface="Futura"/>
              </a:rPr>
              <a:t>©201</a:t>
            </a:r>
            <a:r>
              <a:rPr kumimoji="0" lang="en-US" sz="738" dirty="0">
                <a:solidFill>
                  <a:schemeClr val="bg1">
                    <a:lumMod val="50000"/>
                  </a:schemeClr>
                </a:solidFill>
                <a:latin typeface="+mn-lt"/>
                <a:ea typeface="Geneva" pitchFamily="-107" charset="-70"/>
                <a:cs typeface="Futura"/>
              </a:rPr>
              <a:t>9</a:t>
            </a:r>
          </a:p>
        </p:txBody>
      </p:sp>
      <p:cxnSp>
        <p:nvCxnSpPr>
          <p:cNvPr id="21" name="Straight Connector 20"/>
          <p:cNvCxnSpPr/>
          <p:nvPr userDrawn="1"/>
        </p:nvCxnSpPr>
        <p:spPr>
          <a:xfrm>
            <a:off x="717929" y="527597"/>
            <a:ext cx="11218244" cy="0"/>
          </a:xfrm>
          <a:prstGeom prst="line">
            <a:avLst/>
          </a:prstGeom>
          <a:ln w="19050">
            <a:solidFill>
              <a:srgbClr val="D08D3F"/>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a:off x="712874" y="6677795"/>
            <a:ext cx="10757591" cy="0"/>
          </a:xfrm>
          <a:prstGeom prst="line">
            <a:avLst/>
          </a:prstGeom>
          <a:ln w="76200">
            <a:solidFill>
              <a:srgbClr val="D08D3F"/>
            </a:solidFill>
          </a:ln>
        </p:spPr>
        <p:style>
          <a:lnRef idx="1">
            <a:schemeClr val="accent1"/>
          </a:lnRef>
          <a:fillRef idx="0">
            <a:schemeClr val="accent1"/>
          </a:fillRef>
          <a:effectRef idx="0">
            <a:schemeClr val="accent1"/>
          </a:effectRef>
          <a:fontRef idx="minor">
            <a:schemeClr val="tx1"/>
          </a:fontRef>
        </p:style>
      </p:cxnSp>
      <p:sp>
        <p:nvSpPr>
          <p:cNvPr id="25" name="Rectangle 24"/>
          <p:cNvSpPr/>
          <p:nvPr userDrawn="1"/>
        </p:nvSpPr>
        <p:spPr>
          <a:xfrm>
            <a:off x="11553251" y="6532267"/>
            <a:ext cx="335348" cy="234360"/>
          </a:xfrm>
          <a:prstGeom prst="rect">
            <a:avLst/>
          </a:prstGeom>
        </p:spPr>
        <p:txBody>
          <a:bodyPr wrap="none">
            <a:spAutoFit/>
          </a:bodyPr>
          <a:lstStyle/>
          <a:p>
            <a:pPr algn="ctr">
              <a:defRPr/>
            </a:pPr>
            <a:fld id="{074DC5AA-6F99-4C51-A2A8-E6E19F6B47BD}" type="slidenum">
              <a:rPr lang="en-US" sz="923" b="1" smtClean="0">
                <a:solidFill>
                  <a:srgbClr val="1F2020"/>
                </a:solidFill>
                <a:latin typeface="+mn-lt"/>
              </a:rPr>
              <a:pPr algn="ctr">
                <a:defRPr/>
              </a:pPr>
              <a:t>‹#›</a:t>
            </a:fld>
            <a:endParaRPr lang="en-US" sz="923" b="1">
              <a:solidFill>
                <a:srgbClr val="1F2020"/>
              </a:solidFill>
              <a:latin typeface="+mn-lt"/>
            </a:endParaRPr>
          </a:p>
        </p:txBody>
      </p:sp>
      <p:cxnSp>
        <p:nvCxnSpPr>
          <p:cNvPr id="26" name="Straight Connector 25"/>
          <p:cNvCxnSpPr/>
          <p:nvPr userDrawn="1"/>
        </p:nvCxnSpPr>
        <p:spPr>
          <a:xfrm>
            <a:off x="747093" y="6750778"/>
            <a:ext cx="10690009" cy="0"/>
          </a:xfrm>
          <a:prstGeom prst="line">
            <a:avLst/>
          </a:prstGeom>
          <a:ln>
            <a:solidFill>
              <a:srgbClr val="000000"/>
            </a:solidFill>
          </a:ln>
        </p:spPr>
        <p:style>
          <a:lnRef idx="1">
            <a:schemeClr val="dk1"/>
          </a:lnRef>
          <a:fillRef idx="0">
            <a:schemeClr val="dk1"/>
          </a:fillRef>
          <a:effectRef idx="0">
            <a:schemeClr val="dk1"/>
          </a:effectRef>
          <a:fontRef idx="minor">
            <a:schemeClr val="tx1"/>
          </a:fontRef>
        </p:style>
      </p:cxnSp>
      <p:sp>
        <p:nvSpPr>
          <p:cNvPr id="34" name="Rectangle 33"/>
          <p:cNvSpPr/>
          <p:nvPr userDrawn="1"/>
        </p:nvSpPr>
        <p:spPr>
          <a:xfrm>
            <a:off x="-873454" y="696038"/>
            <a:ext cx="604700" cy="342439"/>
          </a:xfrm>
          <a:prstGeom prst="rect">
            <a:avLst/>
          </a:prstGeom>
          <a:solidFill>
            <a:srgbClr val="E79D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662">
              <a:latin typeface="+mn-lt"/>
            </a:endParaRPr>
          </a:p>
        </p:txBody>
      </p:sp>
      <p:sp>
        <p:nvSpPr>
          <p:cNvPr id="35" name="Rectangle 34"/>
          <p:cNvSpPr/>
          <p:nvPr userDrawn="1"/>
        </p:nvSpPr>
        <p:spPr>
          <a:xfrm>
            <a:off x="-873454" y="1080666"/>
            <a:ext cx="604700" cy="342439"/>
          </a:xfrm>
          <a:prstGeom prst="rect">
            <a:avLst/>
          </a:prstGeom>
          <a:solidFill>
            <a:srgbClr val="EAAA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662">
              <a:latin typeface="+mn-lt"/>
            </a:endParaRPr>
          </a:p>
        </p:txBody>
      </p:sp>
      <p:sp>
        <p:nvSpPr>
          <p:cNvPr id="36" name="Rectangle 35"/>
          <p:cNvSpPr/>
          <p:nvPr userDrawn="1"/>
        </p:nvSpPr>
        <p:spPr>
          <a:xfrm>
            <a:off x="-873454" y="1465294"/>
            <a:ext cx="604700" cy="342439"/>
          </a:xfrm>
          <a:prstGeom prst="rect">
            <a:avLst/>
          </a:prstGeom>
          <a:solidFill>
            <a:srgbClr val="EEBC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662">
              <a:latin typeface="+mn-lt"/>
            </a:endParaRPr>
          </a:p>
        </p:txBody>
      </p:sp>
      <p:sp>
        <p:nvSpPr>
          <p:cNvPr id="38" name="Rectangle 37"/>
          <p:cNvSpPr/>
          <p:nvPr userDrawn="1"/>
        </p:nvSpPr>
        <p:spPr>
          <a:xfrm>
            <a:off x="-873455" y="1849922"/>
            <a:ext cx="604700" cy="342439"/>
          </a:xfrm>
          <a:prstGeom prst="rect">
            <a:avLst/>
          </a:prstGeom>
          <a:solidFill>
            <a:srgbClr val="F0C2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662">
              <a:latin typeface="+mn-lt"/>
            </a:endParaRPr>
          </a:p>
        </p:txBody>
      </p:sp>
      <p:sp>
        <p:nvSpPr>
          <p:cNvPr id="40" name="Rectangle 39"/>
          <p:cNvSpPr/>
          <p:nvPr userDrawn="1"/>
        </p:nvSpPr>
        <p:spPr>
          <a:xfrm>
            <a:off x="-873458" y="311408"/>
            <a:ext cx="604700" cy="342439"/>
          </a:xfrm>
          <a:prstGeom prst="rect">
            <a:avLst/>
          </a:prstGeom>
          <a:solidFill>
            <a:srgbClr val="D08D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662">
              <a:latin typeface="+mn-lt"/>
            </a:endParaRPr>
          </a:p>
        </p:txBody>
      </p:sp>
      <p:pic>
        <p:nvPicPr>
          <p:cNvPr id="19" name="Picture 18">
            <a:extLst>
              <a:ext uri="{FF2B5EF4-FFF2-40B4-BE49-F238E27FC236}">
                <a16:creationId xmlns:a16="http://schemas.microsoft.com/office/drawing/2014/main" id="{0A6524C0-22F8-4A0C-BA89-1E23DE709DC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55608" t="71569" r="26958" b="8236"/>
          <a:stretch/>
        </p:blipFill>
        <p:spPr>
          <a:xfrm>
            <a:off x="11196736" y="262941"/>
            <a:ext cx="747120" cy="533995"/>
          </a:xfrm>
          <a:prstGeom prst="rect">
            <a:avLst/>
          </a:prstGeom>
        </p:spPr>
      </p:pic>
      <p:sp>
        <p:nvSpPr>
          <p:cNvPr id="20" name="Rectangle 19"/>
          <p:cNvSpPr/>
          <p:nvPr userDrawn="1"/>
        </p:nvSpPr>
        <p:spPr>
          <a:xfrm>
            <a:off x="705351" y="843598"/>
            <a:ext cx="609600" cy="4516554"/>
          </a:xfrm>
          <a:prstGeom prst="rect">
            <a:avLst/>
          </a:prstGeom>
          <a:solidFill>
            <a:srgbClr val="E79D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latin typeface="+mn-lt"/>
            </a:endParaRPr>
          </a:p>
        </p:txBody>
      </p:sp>
      <p:sp>
        <p:nvSpPr>
          <p:cNvPr id="22" name="Rectangle 21"/>
          <p:cNvSpPr/>
          <p:nvPr userDrawn="1"/>
        </p:nvSpPr>
        <p:spPr>
          <a:xfrm>
            <a:off x="1103445" y="1080666"/>
            <a:ext cx="609600" cy="4772177"/>
          </a:xfrm>
          <a:prstGeom prst="rect">
            <a:avLst/>
          </a:prstGeom>
          <a:solidFill>
            <a:srgbClr val="F0C2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latin typeface="+mn-lt"/>
            </a:endParaRPr>
          </a:p>
        </p:txBody>
      </p:sp>
      <p:sp>
        <p:nvSpPr>
          <p:cNvPr id="29" name="TextBox 28"/>
          <p:cNvSpPr txBox="1"/>
          <p:nvPr userDrawn="1"/>
        </p:nvSpPr>
        <p:spPr>
          <a:xfrm>
            <a:off x="596888" y="116632"/>
            <a:ext cx="10081120" cy="400110"/>
          </a:xfrm>
          <a:prstGeom prst="rect">
            <a:avLst/>
          </a:prstGeom>
          <a:noFill/>
        </p:spPr>
        <p:txBody>
          <a:bodyPr wrap="square" rtlCol="0">
            <a:spAutoFit/>
          </a:bodyPr>
          <a:lstStyle/>
          <a:p>
            <a:r>
              <a:rPr lang="id-ID" sz="2000" b="1">
                <a:latin typeface="+mn-lt"/>
              </a:rPr>
              <a:t>Agenda</a:t>
            </a:r>
          </a:p>
        </p:txBody>
      </p:sp>
    </p:spTree>
    <p:extLst>
      <p:ext uri="{BB962C8B-B14F-4D97-AF65-F5344CB8AC3E}">
        <p14:creationId xmlns:p14="http://schemas.microsoft.com/office/powerpoint/2010/main" val="4007159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7464"/>
          </a:xfrm>
          <a:prstGeom prst="rect">
            <a:avLst/>
          </a:prstGeom>
        </p:spPr>
      </p:pic>
      <p:pic>
        <p:nvPicPr>
          <p:cNvPr id="8" name="Picture 7">
            <a:extLst>
              <a:ext uri="{FF2B5EF4-FFF2-40B4-BE49-F238E27FC236}">
                <a16:creationId xmlns:a16="http://schemas.microsoft.com/office/drawing/2014/main" id="{F65132E7-F547-4D1D-A3C4-CD5EC497E21F}"/>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55608" t="71569" r="8509" b="8236"/>
          <a:stretch/>
        </p:blipFill>
        <p:spPr>
          <a:xfrm>
            <a:off x="8399057" y="77554"/>
            <a:ext cx="3296367" cy="1047191"/>
          </a:xfrm>
          <a:prstGeom prst="rect">
            <a:avLst/>
          </a:prstGeom>
        </p:spPr>
      </p:pic>
      <p:sp>
        <p:nvSpPr>
          <p:cNvPr id="9" name="Rectangle 8">
            <a:extLst>
              <a:ext uri="{FF2B5EF4-FFF2-40B4-BE49-F238E27FC236}">
                <a16:creationId xmlns:a16="http://schemas.microsoft.com/office/drawing/2014/main" id="{F1003827-A120-4DEF-96A7-FEB709E6148F}"/>
              </a:ext>
            </a:extLst>
          </p:cNvPr>
          <p:cNvSpPr/>
          <p:nvPr userDrawn="1"/>
        </p:nvSpPr>
        <p:spPr>
          <a:xfrm>
            <a:off x="15631" y="12700"/>
            <a:ext cx="2317032" cy="331895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662"/>
          </a:p>
        </p:txBody>
      </p:sp>
      <p:pic>
        <p:nvPicPr>
          <p:cNvPr id="10" name="Picture 9">
            <a:extLst>
              <a:ext uri="{FF2B5EF4-FFF2-40B4-BE49-F238E27FC236}">
                <a16:creationId xmlns:a16="http://schemas.microsoft.com/office/drawing/2014/main" id="{FFCE4B20-EBE6-404E-A89C-4A1F40B45B29}"/>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r="83529" b="64507"/>
          <a:stretch/>
        </p:blipFill>
        <p:spPr>
          <a:xfrm>
            <a:off x="2" y="5262"/>
            <a:ext cx="1853625" cy="2433918"/>
          </a:xfrm>
          <a:prstGeom prst="rect">
            <a:avLst/>
          </a:prstGeom>
        </p:spPr>
      </p:pic>
      <p:sp>
        <p:nvSpPr>
          <p:cNvPr id="11" name="Rectangle 10">
            <a:extLst>
              <a:ext uri="{FF2B5EF4-FFF2-40B4-BE49-F238E27FC236}">
                <a16:creationId xmlns:a16="http://schemas.microsoft.com/office/drawing/2014/main" id="{E14CA234-3614-43A5-957F-2D3A70F2E88C}"/>
              </a:ext>
            </a:extLst>
          </p:cNvPr>
          <p:cNvSpPr/>
          <p:nvPr userDrawn="1"/>
        </p:nvSpPr>
        <p:spPr>
          <a:xfrm>
            <a:off x="8988132" y="1371600"/>
            <a:ext cx="3188237" cy="5486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662"/>
          </a:p>
        </p:txBody>
      </p:sp>
      <p:pic>
        <p:nvPicPr>
          <p:cNvPr id="12" name="Picture 11">
            <a:extLst>
              <a:ext uri="{FF2B5EF4-FFF2-40B4-BE49-F238E27FC236}">
                <a16:creationId xmlns:a16="http://schemas.microsoft.com/office/drawing/2014/main" id="{F4B06B4A-0DF1-4A9F-852C-D6800EC5216A}"/>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l="70724" t="19805"/>
          <a:stretch/>
        </p:blipFill>
        <p:spPr>
          <a:xfrm>
            <a:off x="10744795" y="4628273"/>
            <a:ext cx="1447205" cy="2229729"/>
          </a:xfrm>
          <a:prstGeom prst="rect">
            <a:avLst/>
          </a:prstGeom>
        </p:spPr>
      </p:pic>
    </p:spTree>
    <p:extLst>
      <p:ext uri="{BB962C8B-B14F-4D97-AF65-F5344CB8AC3E}">
        <p14:creationId xmlns:p14="http://schemas.microsoft.com/office/powerpoint/2010/main" val="11075577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65132E7-F547-4D1D-A3C4-CD5EC497E21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55608" t="71569" r="8509" b="8236"/>
          <a:stretch/>
        </p:blipFill>
        <p:spPr>
          <a:xfrm>
            <a:off x="8399057" y="77553"/>
            <a:ext cx="3296367" cy="1144668"/>
          </a:xfrm>
          <a:prstGeom prst="rect">
            <a:avLst/>
          </a:prstGeom>
        </p:spPr>
      </p:pic>
      <p:sp>
        <p:nvSpPr>
          <p:cNvPr id="9" name="Rectangle 8">
            <a:extLst>
              <a:ext uri="{FF2B5EF4-FFF2-40B4-BE49-F238E27FC236}">
                <a16:creationId xmlns:a16="http://schemas.microsoft.com/office/drawing/2014/main" id="{F1003827-A120-4DEF-96A7-FEB709E6148F}"/>
              </a:ext>
            </a:extLst>
          </p:cNvPr>
          <p:cNvSpPr/>
          <p:nvPr userDrawn="1"/>
        </p:nvSpPr>
        <p:spPr>
          <a:xfrm>
            <a:off x="15631" y="12700"/>
            <a:ext cx="2317032" cy="331895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662"/>
          </a:p>
        </p:txBody>
      </p:sp>
      <p:pic>
        <p:nvPicPr>
          <p:cNvPr id="10" name="Picture 9">
            <a:extLst>
              <a:ext uri="{FF2B5EF4-FFF2-40B4-BE49-F238E27FC236}">
                <a16:creationId xmlns:a16="http://schemas.microsoft.com/office/drawing/2014/main" id="{FFCE4B20-EBE6-404E-A89C-4A1F40B45B29}"/>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83529" b="64507"/>
          <a:stretch/>
        </p:blipFill>
        <p:spPr>
          <a:xfrm>
            <a:off x="2" y="5262"/>
            <a:ext cx="1853625" cy="2433918"/>
          </a:xfrm>
          <a:prstGeom prst="rect">
            <a:avLst/>
          </a:prstGeom>
        </p:spPr>
      </p:pic>
      <p:sp>
        <p:nvSpPr>
          <p:cNvPr id="11" name="Rectangle 10">
            <a:extLst>
              <a:ext uri="{FF2B5EF4-FFF2-40B4-BE49-F238E27FC236}">
                <a16:creationId xmlns:a16="http://schemas.microsoft.com/office/drawing/2014/main" id="{E14CA234-3614-43A5-957F-2D3A70F2E88C}"/>
              </a:ext>
            </a:extLst>
          </p:cNvPr>
          <p:cNvSpPr/>
          <p:nvPr userDrawn="1"/>
        </p:nvSpPr>
        <p:spPr>
          <a:xfrm>
            <a:off x="8988132" y="1371600"/>
            <a:ext cx="3188237" cy="5486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662"/>
          </a:p>
        </p:txBody>
      </p:sp>
      <p:pic>
        <p:nvPicPr>
          <p:cNvPr id="12" name="Picture 11">
            <a:extLst>
              <a:ext uri="{FF2B5EF4-FFF2-40B4-BE49-F238E27FC236}">
                <a16:creationId xmlns:a16="http://schemas.microsoft.com/office/drawing/2014/main" id="{F4B06B4A-0DF1-4A9F-852C-D6800EC5216A}"/>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l="70724" t="19805"/>
          <a:stretch/>
        </p:blipFill>
        <p:spPr>
          <a:xfrm>
            <a:off x="10744795" y="4628273"/>
            <a:ext cx="1447205" cy="2229729"/>
          </a:xfrm>
          <a:prstGeom prst="rect">
            <a:avLst/>
          </a:prstGeom>
        </p:spPr>
      </p:pic>
      <p:sp>
        <p:nvSpPr>
          <p:cNvPr id="14" name="TextBox 5"/>
          <p:cNvSpPr txBox="1">
            <a:spLocks noChangeArrowheads="1"/>
          </p:cNvSpPr>
          <p:nvPr userDrawn="1"/>
        </p:nvSpPr>
        <p:spPr bwMode="auto">
          <a:xfrm>
            <a:off x="0" y="6183313"/>
            <a:ext cx="12192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eaLnBrk="1" hangingPunct="1"/>
            <a:r>
              <a:rPr lang="en-US" altLang="id-ID" sz="1800" err="1">
                <a:latin typeface="Museo Sans 700" panose="02000000000000000000" pitchFamily="50" charset="0"/>
              </a:rPr>
              <a:t>Direktorat</a:t>
            </a:r>
            <a:r>
              <a:rPr lang="en-US" altLang="id-ID" sz="1800">
                <a:latin typeface="Museo Sans 700" panose="02000000000000000000" pitchFamily="50" charset="0"/>
              </a:rPr>
              <a:t> </a:t>
            </a:r>
            <a:r>
              <a:rPr lang="id-ID" altLang="id-ID" sz="1800">
                <a:latin typeface="Museo Sans 700" panose="02000000000000000000" pitchFamily="50" charset="0"/>
              </a:rPr>
              <a:t>Sumber Daya Manusia </a:t>
            </a:r>
            <a:r>
              <a:rPr lang="en-US" altLang="id-ID" sz="1800" err="1">
                <a:latin typeface="Museo Sans 700" panose="02000000000000000000" pitchFamily="50" charset="0"/>
              </a:rPr>
              <a:t>dan</a:t>
            </a:r>
            <a:r>
              <a:rPr lang="en-US" altLang="id-ID" sz="1800">
                <a:latin typeface="Museo Sans 700" panose="02000000000000000000" pitchFamily="50" charset="0"/>
              </a:rPr>
              <a:t> </a:t>
            </a:r>
            <a:r>
              <a:rPr lang="en-US" altLang="id-ID" sz="1800" err="1">
                <a:latin typeface="Museo Sans 700" panose="02000000000000000000" pitchFamily="50" charset="0"/>
              </a:rPr>
              <a:t>Administrasi</a:t>
            </a:r>
            <a:endParaRPr lang="en-US" altLang="id-ID" sz="1800">
              <a:latin typeface="Museo Sans 700" panose="02000000000000000000" pitchFamily="50" charset="0"/>
            </a:endParaRPr>
          </a:p>
        </p:txBody>
      </p:sp>
      <p:sp>
        <p:nvSpPr>
          <p:cNvPr id="18" name="Text Placeholder 3"/>
          <p:cNvSpPr>
            <a:spLocks noGrp="1"/>
          </p:cNvSpPr>
          <p:nvPr>
            <p:ph type="body" sz="quarter" idx="11" hasCustomPrompt="1"/>
          </p:nvPr>
        </p:nvSpPr>
        <p:spPr>
          <a:xfrm>
            <a:off x="1869256" y="1366435"/>
            <a:ext cx="8019808" cy="694413"/>
          </a:xfrm>
        </p:spPr>
        <p:txBody>
          <a:bodyPr/>
          <a:lstStyle>
            <a:lvl1pPr marL="0" indent="0" algn="ctr">
              <a:buNone/>
              <a:defRPr>
                <a:latin typeface="Museo Sans 700" panose="02000000000000000000" pitchFamily="50" charset="0"/>
              </a:defRPr>
            </a:lvl1pPr>
          </a:lstStyle>
          <a:p>
            <a:pPr lvl="0"/>
            <a:r>
              <a:rPr lang="id-ID" dirty="0"/>
              <a:t>Judul</a:t>
            </a:r>
          </a:p>
        </p:txBody>
      </p:sp>
    </p:spTree>
    <p:extLst>
      <p:ext uri="{BB962C8B-B14F-4D97-AF65-F5344CB8AC3E}">
        <p14:creationId xmlns:p14="http://schemas.microsoft.com/office/powerpoint/2010/main" val="40017661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7464"/>
          </a:xfrm>
          <a:prstGeom prst="rect">
            <a:avLst/>
          </a:prstGeom>
        </p:spPr>
      </p:pic>
      <p:sp>
        <p:nvSpPr>
          <p:cNvPr id="4" name="Rectangle 3">
            <a:extLst>
              <a:ext uri="{FF2B5EF4-FFF2-40B4-BE49-F238E27FC236}">
                <a16:creationId xmlns:a16="http://schemas.microsoft.com/office/drawing/2014/main" id="{FB58CAA3-067D-4AB0-8D9F-73D3A00CB151}"/>
              </a:ext>
            </a:extLst>
          </p:cNvPr>
          <p:cNvSpPr/>
          <p:nvPr userDrawn="1"/>
        </p:nvSpPr>
        <p:spPr>
          <a:xfrm>
            <a:off x="9003763" y="1371600"/>
            <a:ext cx="3188237" cy="5486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662"/>
          </a:p>
        </p:txBody>
      </p:sp>
      <p:sp>
        <p:nvSpPr>
          <p:cNvPr id="5" name="Rectangle 4">
            <a:extLst>
              <a:ext uri="{FF2B5EF4-FFF2-40B4-BE49-F238E27FC236}">
                <a16:creationId xmlns:a16="http://schemas.microsoft.com/office/drawing/2014/main" id="{247D77BA-7F75-43F1-ABE1-9E382FBEEDD4}"/>
              </a:ext>
            </a:extLst>
          </p:cNvPr>
          <p:cNvSpPr/>
          <p:nvPr userDrawn="1"/>
        </p:nvSpPr>
        <p:spPr>
          <a:xfrm>
            <a:off x="15631" y="12700"/>
            <a:ext cx="2317032" cy="331895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662"/>
          </a:p>
        </p:txBody>
      </p:sp>
      <p:pic>
        <p:nvPicPr>
          <p:cNvPr id="6" name="Picture 5">
            <a:extLst>
              <a:ext uri="{FF2B5EF4-FFF2-40B4-BE49-F238E27FC236}">
                <a16:creationId xmlns:a16="http://schemas.microsoft.com/office/drawing/2014/main" id="{F1CEC597-35AD-4ABE-9A78-8DD771535533}"/>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70724" t="19805"/>
          <a:stretch/>
        </p:blipFill>
        <p:spPr>
          <a:xfrm>
            <a:off x="10744795" y="4628273"/>
            <a:ext cx="1447205" cy="2229729"/>
          </a:xfrm>
          <a:prstGeom prst="rect">
            <a:avLst/>
          </a:prstGeom>
        </p:spPr>
      </p:pic>
      <p:pic>
        <p:nvPicPr>
          <p:cNvPr id="7" name="Picture 6">
            <a:extLst>
              <a:ext uri="{FF2B5EF4-FFF2-40B4-BE49-F238E27FC236}">
                <a16:creationId xmlns:a16="http://schemas.microsoft.com/office/drawing/2014/main" id="{E300C125-EC61-4AF3-86F4-9E6CF253E70C}"/>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r="83529" b="64507"/>
          <a:stretch/>
        </p:blipFill>
        <p:spPr>
          <a:xfrm>
            <a:off x="2" y="5262"/>
            <a:ext cx="1853625" cy="2433918"/>
          </a:xfrm>
          <a:prstGeom prst="rect">
            <a:avLst/>
          </a:prstGeom>
        </p:spPr>
      </p:pic>
      <p:pic>
        <p:nvPicPr>
          <p:cNvPr id="8" name="Picture 7">
            <a:extLst>
              <a:ext uri="{FF2B5EF4-FFF2-40B4-BE49-F238E27FC236}">
                <a16:creationId xmlns:a16="http://schemas.microsoft.com/office/drawing/2014/main" id="{ED74F0E8-0852-4724-AF72-5B10F233F642}"/>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l="55608" t="71569" r="8509" b="8236"/>
          <a:stretch/>
        </p:blipFill>
        <p:spPr>
          <a:xfrm>
            <a:off x="9216933" y="195959"/>
            <a:ext cx="2251464" cy="781823"/>
          </a:xfrm>
          <a:prstGeom prst="rect">
            <a:avLst/>
          </a:prstGeom>
        </p:spPr>
      </p:pic>
    </p:spTree>
    <p:extLst>
      <p:ext uri="{BB962C8B-B14F-4D97-AF65-F5344CB8AC3E}">
        <p14:creationId xmlns:p14="http://schemas.microsoft.com/office/powerpoint/2010/main" val="2913106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701460" y="60610"/>
            <a:ext cx="11234712" cy="472790"/>
          </a:xfrm>
        </p:spPr>
        <p:txBody>
          <a:bodyPr anchor="ctr">
            <a:noAutofit/>
          </a:bodyPr>
          <a:lstStyle>
            <a:lvl1pPr marL="0" indent="0">
              <a:buNone/>
              <a:defRPr sz="2031" b="1" baseline="0">
                <a:solidFill>
                  <a:srgbClr val="1F2020"/>
                </a:solidFill>
                <a:latin typeface="+mj-lt"/>
                <a:cs typeface="Helvetica" panose="020B0604020202020204" pitchFamily="34" charset="0"/>
              </a:defRPr>
            </a:lvl1pPr>
            <a:lvl2pPr marL="422041" indent="0">
              <a:buNone/>
              <a:defRPr/>
            </a:lvl2pPr>
            <a:lvl3pPr marL="844083" indent="0">
              <a:buNone/>
              <a:defRPr/>
            </a:lvl3pPr>
            <a:lvl4pPr marL="1266124" indent="0">
              <a:buNone/>
              <a:defRPr/>
            </a:lvl4pPr>
            <a:lvl5pPr marL="1688165" indent="0">
              <a:buNone/>
              <a:defRPr/>
            </a:lvl5pPr>
          </a:lstStyle>
          <a:p>
            <a:pPr lvl="0"/>
            <a:r>
              <a:rPr lang="id-ID" dirty="0"/>
              <a:t>SLIDE TITLE</a:t>
            </a:r>
            <a:endParaRPr lang="en-US" dirty="0"/>
          </a:p>
        </p:txBody>
      </p:sp>
      <p:sp>
        <p:nvSpPr>
          <p:cNvPr id="8" name="Text Placeholder 3"/>
          <p:cNvSpPr>
            <a:spLocks noGrp="1"/>
          </p:cNvSpPr>
          <p:nvPr>
            <p:ph type="body" sz="quarter" idx="15" hasCustomPrompt="1"/>
          </p:nvPr>
        </p:nvSpPr>
        <p:spPr>
          <a:xfrm>
            <a:off x="701460" y="527597"/>
            <a:ext cx="11234712" cy="582644"/>
          </a:xfrm>
        </p:spPr>
        <p:txBody>
          <a:bodyPr anchor="ctr">
            <a:normAutofit/>
          </a:bodyPr>
          <a:lstStyle>
            <a:lvl1pPr marL="0" indent="0">
              <a:lnSpc>
                <a:spcPct val="80000"/>
              </a:lnSpc>
              <a:spcBef>
                <a:spcPts val="0"/>
              </a:spcBef>
              <a:buNone/>
              <a:defRPr sz="1477" baseline="0">
                <a:solidFill>
                  <a:srgbClr val="353837"/>
                </a:solidFill>
                <a:latin typeface="+mj-lt"/>
                <a:cs typeface="Helvetica" panose="020B0604020202020204" pitchFamily="34" charset="0"/>
              </a:defRPr>
            </a:lvl1pPr>
            <a:lvl2pPr marL="422041" indent="0">
              <a:buNone/>
              <a:defRPr/>
            </a:lvl2pPr>
            <a:lvl3pPr marL="844083" indent="0">
              <a:buNone/>
              <a:defRPr/>
            </a:lvl3pPr>
            <a:lvl4pPr marL="1266124" indent="0">
              <a:buNone/>
              <a:defRPr/>
            </a:lvl4pPr>
            <a:lvl5pPr marL="1688165" indent="0">
              <a:buNone/>
              <a:defRPr/>
            </a:lvl5pPr>
          </a:lstStyle>
          <a:p>
            <a:pPr lvl="0"/>
            <a:r>
              <a:rPr lang="id-ID" dirty="0"/>
              <a:t>Headline tells the story</a:t>
            </a:r>
            <a:endParaRPr lang="en-US" dirty="0"/>
          </a:p>
        </p:txBody>
      </p:sp>
      <p:sp>
        <p:nvSpPr>
          <p:cNvPr id="12" name="Rectangle 11"/>
          <p:cNvSpPr/>
          <p:nvPr userDrawn="1"/>
        </p:nvSpPr>
        <p:spPr>
          <a:xfrm>
            <a:off x="-880150" y="2244333"/>
            <a:ext cx="604700" cy="342439"/>
          </a:xfrm>
          <a:prstGeom prst="rect">
            <a:avLst/>
          </a:prstGeom>
          <a:solidFill>
            <a:srgbClr val="1F2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662"/>
          </a:p>
        </p:txBody>
      </p:sp>
      <p:sp>
        <p:nvSpPr>
          <p:cNvPr id="13" name="Rectangle 12"/>
          <p:cNvSpPr/>
          <p:nvPr userDrawn="1"/>
        </p:nvSpPr>
        <p:spPr>
          <a:xfrm>
            <a:off x="-880150" y="2628961"/>
            <a:ext cx="604700" cy="342439"/>
          </a:xfrm>
          <a:prstGeom prst="rect">
            <a:avLst/>
          </a:prstGeom>
          <a:solidFill>
            <a:srgbClr val="5859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662"/>
          </a:p>
        </p:txBody>
      </p:sp>
      <p:sp>
        <p:nvSpPr>
          <p:cNvPr id="14" name="Rectangle 13"/>
          <p:cNvSpPr/>
          <p:nvPr userDrawn="1"/>
        </p:nvSpPr>
        <p:spPr>
          <a:xfrm>
            <a:off x="-880150" y="3027237"/>
            <a:ext cx="604700" cy="342439"/>
          </a:xfrm>
          <a:prstGeom prst="rect">
            <a:avLst/>
          </a:prstGeom>
          <a:solidFill>
            <a:schemeClr val="tx2">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662"/>
          </a:p>
        </p:txBody>
      </p:sp>
      <p:sp>
        <p:nvSpPr>
          <p:cNvPr id="15" name="Rectangle 14"/>
          <p:cNvSpPr/>
          <p:nvPr userDrawn="1"/>
        </p:nvSpPr>
        <p:spPr>
          <a:xfrm>
            <a:off x="-880150" y="3411865"/>
            <a:ext cx="604700" cy="34243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662"/>
          </a:p>
        </p:txBody>
      </p:sp>
      <p:sp>
        <p:nvSpPr>
          <p:cNvPr id="43" name="Rectangle 42"/>
          <p:cNvSpPr/>
          <p:nvPr userDrawn="1"/>
        </p:nvSpPr>
        <p:spPr>
          <a:xfrm>
            <a:off x="-880150" y="3798371"/>
            <a:ext cx="604700" cy="342439"/>
          </a:xfrm>
          <a:prstGeom prst="rect">
            <a:avLst/>
          </a:prstGeom>
          <a:solidFill>
            <a:srgbClr val="DBD9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662"/>
          </a:p>
        </p:txBody>
      </p:sp>
      <p:cxnSp>
        <p:nvCxnSpPr>
          <p:cNvPr id="21" name="Straight Connector 20"/>
          <p:cNvCxnSpPr/>
          <p:nvPr userDrawn="1"/>
        </p:nvCxnSpPr>
        <p:spPr>
          <a:xfrm>
            <a:off x="717929" y="527597"/>
            <a:ext cx="11218244" cy="0"/>
          </a:xfrm>
          <a:prstGeom prst="line">
            <a:avLst/>
          </a:prstGeom>
          <a:ln w="19050">
            <a:solidFill>
              <a:srgbClr val="D08D3F"/>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a:off x="712874" y="6677795"/>
            <a:ext cx="10757591" cy="0"/>
          </a:xfrm>
          <a:prstGeom prst="line">
            <a:avLst/>
          </a:prstGeom>
          <a:ln w="76200">
            <a:solidFill>
              <a:srgbClr val="D08D3F"/>
            </a:solidFill>
          </a:ln>
        </p:spPr>
        <p:style>
          <a:lnRef idx="1">
            <a:schemeClr val="accent1"/>
          </a:lnRef>
          <a:fillRef idx="0">
            <a:schemeClr val="accent1"/>
          </a:fillRef>
          <a:effectRef idx="0">
            <a:schemeClr val="accent1"/>
          </a:effectRef>
          <a:fontRef idx="minor">
            <a:schemeClr val="tx1"/>
          </a:fontRef>
        </p:style>
      </p:cxnSp>
      <p:sp>
        <p:nvSpPr>
          <p:cNvPr id="25" name="Rectangle 24"/>
          <p:cNvSpPr/>
          <p:nvPr userDrawn="1"/>
        </p:nvSpPr>
        <p:spPr>
          <a:xfrm>
            <a:off x="11553251" y="6532267"/>
            <a:ext cx="335348" cy="234360"/>
          </a:xfrm>
          <a:prstGeom prst="rect">
            <a:avLst/>
          </a:prstGeom>
        </p:spPr>
        <p:txBody>
          <a:bodyPr wrap="none">
            <a:spAutoFit/>
          </a:bodyPr>
          <a:lstStyle/>
          <a:p>
            <a:pPr algn="ctr">
              <a:defRPr/>
            </a:pPr>
            <a:fld id="{074DC5AA-6F99-4C51-A2A8-E6E19F6B47BD}" type="slidenum">
              <a:rPr lang="en-US" sz="923" b="1" smtClean="0">
                <a:solidFill>
                  <a:srgbClr val="1F2020"/>
                </a:solidFill>
              </a:rPr>
              <a:pPr algn="ctr">
                <a:defRPr/>
              </a:pPr>
              <a:t>‹#›</a:t>
            </a:fld>
            <a:endParaRPr lang="en-US" sz="923" b="1">
              <a:solidFill>
                <a:srgbClr val="1F2020"/>
              </a:solidFill>
            </a:endParaRPr>
          </a:p>
        </p:txBody>
      </p:sp>
      <p:cxnSp>
        <p:nvCxnSpPr>
          <p:cNvPr id="26" name="Straight Connector 25"/>
          <p:cNvCxnSpPr/>
          <p:nvPr userDrawn="1"/>
        </p:nvCxnSpPr>
        <p:spPr>
          <a:xfrm>
            <a:off x="747093" y="6750778"/>
            <a:ext cx="10690009" cy="0"/>
          </a:xfrm>
          <a:prstGeom prst="line">
            <a:avLst/>
          </a:prstGeom>
          <a:ln>
            <a:solidFill>
              <a:srgbClr val="000000"/>
            </a:solidFill>
          </a:ln>
        </p:spPr>
        <p:style>
          <a:lnRef idx="1">
            <a:schemeClr val="dk1"/>
          </a:lnRef>
          <a:fillRef idx="0">
            <a:schemeClr val="dk1"/>
          </a:fillRef>
          <a:effectRef idx="0">
            <a:schemeClr val="dk1"/>
          </a:effectRef>
          <a:fontRef idx="minor">
            <a:schemeClr val="tx1"/>
          </a:fontRef>
        </p:style>
      </p:cxnSp>
      <p:sp>
        <p:nvSpPr>
          <p:cNvPr id="34" name="Rectangle 33"/>
          <p:cNvSpPr/>
          <p:nvPr userDrawn="1"/>
        </p:nvSpPr>
        <p:spPr>
          <a:xfrm>
            <a:off x="-873454" y="696038"/>
            <a:ext cx="604700" cy="342439"/>
          </a:xfrm>
          <a:prstGeom prst="rect">
            <a:avLst/>
          </a:prstGeom>
          <a:solidFill>
            <a:srgbClr val="E79D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662"/>
          </a:p>
        </p:txBody>
      </p:sp>
      <p:sp>
        <p:nvSpPr>
          <p:cNvPr id="35" name="Rectangle 34"/>
          <p:cNvSpPr/>
          <p:nvPr userDrawn="1"/>
        </p:nvSpPr>
        <p:spPr>
          <a:xfrm>
            <a:off x="-873454" y="1080666"/>
            <a:ext cx="604700" cy="342439"/>
          </a:xfrm>
          <a:prstGeom prst="rect">
            <a:avLst/>
          </a:prstGeom>
          <a:solidFill>
            <a:srgbClr val="EAAA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662"/>
          </a:p>
        </p:txBody>
      </p:sp>
      <p:sp>
        <p:nvSpPr>
          <p:cNvPr id="36" name="Rectangle 35"/>
          <p:cNvSpPr/>
          <p:nvPr userDrawn="1"/>
        </p:nvSpPr>
        <p:spPr>
          <a:xfrm>
            <a:off x="-873454" y="1465294"/>
            <a:ext cx="604700" cy="342439"/>
          </a:xfrm>
          <a:prstGeom prst="rect">
            <a:avLst/>
          </a:prstGeom>
          <a:solidFill>
            <a:srgbClr val="EEBC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662"/>
          </a:p>
        </p:txBody>
      </p:sp>
      <p:sp>
        <p:nvSpPr>
          <p:cNvPr id="38" name="Rectangle 37"/>
          <p:cNvSpPr/>
          <p:nvPr userDrawn="1"/>
        </p:nvSpPr>
        <p:spPr>
          <a:xfrm>
            <a:off x="-873455" y="1849922"/>
            <a:ext cx="604700" cy="342439"/>
          </a:xfrm>
          <a:prstGeom prst="rect">
            <a:avLst/>
          </a:prstGeom>
          <a:solidFill>
            <a:srgbClr val="F0C2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662"/>
          </a:p>
        </p:txBody>
      </p:sp>
      <p:sp>
        <p:nvSpPr>
          <p:cNvPr id="40" name="Rectangle 39"/>
          <p:cNvSpPr/>
          <p:nvPr userDrawn="1"/>
        </p:nvSpPr>
        <p:spPr>
          <a:xfrm>
            <a:off x="-873458" y="311408"/>
            <a:ext cx="604700" cy="342439"/>
          </a:xfrm>
          <a:prstGeom prst="rect">
            <a:avLst/>
          </a:prstGeom>
          <a:solidFill>
            <a:srgbClr val="D08D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662"/>
          </a:p>
        </p:txBody>
      </p:sp>
      <p:pic>
        <p:nvPicPr>
          <p:cNvPr id="19" name="Picture 18">
            <a:extLst>
              <a:ext uri="{FF2B5EF4-FFF2-40B4-BE49-F238E27FC236}">
                <a16:creationId xmlns:a16="http://schemas.microsoft.com/office/drawing/2014/main" id="{0A6524C0-22F8-4A0C-BA89-1E23DE709DC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55608" t="71569" r="26958" b="8236"/>
          <a:stretch/>
        </p:blipFill>
        <p:spPr>
          <a:xfrm>
            <a:off x="11196736" y="262941"/>
            <a:ext cx="747120" cy="533995"/>
          </a:xfrm>
          <a:prstGeom prst="rect">
            <a:avLst/>
          </a:prstGeom>
        </p:spPr>
      </p:pic>
      <p:sp>
        <p:nvSpPr>
          <p:cNvPr id="3" name="Title 2"/>
          <p:cNvSpPr>
            <a:spLocks noGrp="1"/>
          </p:cNvSpPr>
          <p:nvPr>
            <p:ph type="title"/>
          </p:nvPr>
        </p:nvSpPr>
        <p:spPr/>
        <p:txBody>
          <a:bodyPr/>
          <a:lstStyle/>
          <a:p>
            <a:r>
              <a:rPr lang="en-US"/>
              <a:t>Click to edit Master title style</a:t>
            </a:r>
          </a:p>
        </p:txBody>
      </p:sp>
      <p:sp>
        <p:nvSpPr>
          <p:cNvPr id="22" name="Rectangle 21">
            <a:extLst>
              <a:ext uri="{FF2B5EF4-FFF2-40B4-BE49-F238E27FC236}">
                <a16:creationId xmlns:a16="http://schemas.microsoft.com/office/drawing/2014/main" id="{4EC6E541-D5B0-4FAB-86B0-AB1A8ABB7C62}"/>
              </a:ext>
            </a:extLst>
          </p:cNvPr>
          <p:cNvSpPr/>
          <p:nvPr userDrawn="1"/>
        </p:nvSpPr>
        <p:spPr bwMode="auto">
          <a:xfrm>
            <a:off x="64768" y="6581073"/>
            <a:ext cx="682286" cy="205890"/>
          </a:xfrm>
          <a:prstGeom prst="rect">
            <a:avLst/>
          </a:prstGeom>
          <a:noFill/>
        </p:spPr>
        <p:txBody>
          <a:bodyPr wrap="square" anchor="ctr">
            <a:spAutoFit/>
          </a:bodyPr>
          <a:lstStyle/>
          <a:p>
            <a:pPr algn="l" fontAlgn="auto">
              <a:spcBef>
                <a:spcPts val="0"/>
              </a:spcBef>
              <a:spcAft>
                <a:spcPts val="0"/>
              </a:spcAft>
              <a:defRPr/>
            </a:pPr>
            <a:r>
              <a:rPr kumimoji="0" lang="fr-FR" sz="738" dirty="0">
                <a:solidFill>
                  <a:schemeClr val="bg1">
                    <a:lumMod val="50000"/>
                  </a:schemeClr>
                </a:solidFill>
                <a:latin typeface="+mn-lt"/>
                <a:ea typeface="Geneva" pitchFamily="-107" charset="-70"/>
                <a:cs typeface="Futura"/>
              </a:rPr>
              <a:t>©201</a:t>
            </a:r>
            <a:r>
              <a:rPr kumimoji="0" lang="en-US" sz="738" dirty="0">
                <a:solidFill>
                  <a:schemeClr val="bg1">
                    <a:lumMod val="50000"/>
                  </a:schemeClr>
                </a:solidFill>
                <a:latin typeface="+mn-lt"/>
                <a:ea typeface="Geneva" pitchFamily="-107" charset="-70"/>
                <a:cs typeface="Futura"/>
              </a:rPr>
              <a:t>9</a:t>
            </a:r>
          </a:p>
        </p:txBody>
      </p:sp>
    </p:spTree>
    <p:extLst>
      <p:ext uri="{BB962C8B-B14F-4D97-AF65-F5344CB8AC3E}">
        <p14:creationId xmlns:p14="http://schemas.microsoft.com/office/powerpoint/2010/main" val="42123461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a:xfrm>
            <a:off x="-16550" y="0"/>
            <a:ext cx="12208551" cy="6858000"/>
          </a:xfrm>
          <a:prstGeom prst="rect">
            <a:avLst/>
          </a:prstGeom>
          <a:solidFill>
            <a:srgbClr val="D18C43"/>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id-ID" sz="1662">
              <a:solidFill>
                <a:srgbClr val="FFFFFF"/>
              </a:solidFill>
            </a:endParaRPr>
          </a:p>
        </p:txBody>
      </p:sp>
      <p:sp>
        <p:nvSpPr>
          <p:cNvPr id="8" name="Rectangle 7"/>
          <p:cNvSpPr/>
          <p:nvPr userDrawn="1"/>
        </p:nvSpPr>
        <p:spPr>
          <a:xfrm>
            <a:off x="-16552" y="2492896"/>
            <a:ext cx="12208552" cy="1656184"/>
          </a:xfrm>
          <a:prstGeom prst="rect">
            <a:avLst/>
          </a:prstGeom>
          <a:solidFill>
            <a:schemeClr val="tx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662">
              <a:solidFill>
                <a:srgbClr val="FFFFFF"/>
              </a:solidFill>
            </a:endParaRPr>
          </a:p>
        </p:txBody>
      </p:sp>
    </p:spTree>
    <p:extLst>
      <p:ext uri="{BB962C8B-B14F-4D97-AF65-F5344CB8AC3E}">
        <p14:creationId xmlns:p14="http://schemas.microsoft.com/office/powerpoint/2010/main" val="21240964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9" name="Rectangle 8"/>
          <p:cNvSpPr/>
          <p:nvPr userDrawn="1"/>
        </p:nvSpPr>
        <p:spPr>
          <a:xfrm flipV="1">
            <a:off x="17856" y="1126448"/>
            <a:ext cx="12192000" cy="571830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62">
              <a:solidFill>
                <a:prstClr val="white"/>
              </a:solidFill>
            </a:endParaRPr>
          </a:p>
        </p:txBody>
      </p:sp>
      <p:sp>
        <p:nvSpPr>
          <p:cNvPr id="3" name="Hexagon 2"/>
          <p:cNvSpPr/>
          <p:nvPr userDrawn="1"/>
        </p:nvSpPr>
        <p:spPr>
          <a:xfrm>
            <a:off x="11400354" y="6324724"/>
            <a:ext cx="561055" cy="364320"/>
          </a:xfrm>
          <a:prstGeom prst="hexagon">
            <a:avLst/>
          </a:prstGeom>
          <a:solidFill>
            <a:schemeClr val="accent5">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defRPr/>
            </a:pPr>
            <a:fld id="{074DC5AA-6F99-4C51-A2A8-E6E19F6B47BD}" type="slidenum">
              <a:rPr lang="en-US" sz="1108" b="1">
                <a:solidFill>
                  <a:prstClr val="white"/>
                </a:solidFill>
              </a:rPr>
              <a:pPr algn="ctr">
                <a:defRPr/>
              </a:pPr>
              <a:t>‹#›</a:t>
            </a:fld>
            <a:endParaRPr lang="en-US" sz="1015" b="1">
              <a:solidFill>
                <a:prstClr val="white"/>
              </a:solidFill>
            </a:endParaRPr>
          </a:p>
        </p:txBody>
      </p:sp>
      <p:sp>
        <p:nvSpPr>
          <p:cNvPr id="6" name="Text Placeholder 5"/>
          <p:cNvSpPr>
            <a:spLocks noGrp="1"/>
          </p:cNvSpPr>
          <p:nvPr>
            <p:ph type="body" sz="quarter" idx="14" hasCustomPrompt="1"/>
          </p:nvPr>
        </p:nvSpPr>
        <p:spPr>
          <a:xfrm>
            <a:off x="203202" y="6354484"/>
            <a:ext cx="10966556" cy="334560"/>
          </a:xfrm>
        </p:spPr>
        <p:txBody>
          <a:bodyPr anchor="ctr">
            <a:normAutofit/>
          </a:bodyPr>
          <a:lstStyle>
            <a:lvl1pPr marL="0" indent="0">
              <a:buNone/>
              <a:defRPr sz="1015"/>
            </a:lvl1pPr>
            <a:lvl2pPr marL="422041" indent="0">
              <a:buNone/>
              <a:defRPr/>
            </a:lvl2pPr>
            <a:lvl3pPr marL="844083" indent="0">
              <a:buNone/>
              <a:defRPr/>
            </a:lvl3pPr>
            <a:lvl4pPr marL="1266124" indent="0">
              <a:buNone/>
              <a:defRPr/>
            </a:lvl4pPr>
            <a:lvl5pPr marL="1688165" indent="0">
              <a:buNone/>
              <a:defRPr/>
            </a:lvl5pPr>
          </a:lstStyle>
          <a:p>
            <a:pPr lvl="0"/>
            <a:r>
              <a:rPr lang="id-ID" dirty="0"/>
              <a:t>Source:</a:t>
            </a:r>
            <a:endParaRPr lang="en-US" dirty="0"/>
          </a:p>
        </p:txBody>
      </p:sp>
      <p:sp>
        <p:nvSpPr>
          <p:cNvPr id="7" name="Rectangle 6"/>
          <p:cNvSpPr/>
          <p:nvPr userDrawn="1"/>
        </p:nvSpPr>
        <p:spPr>
          <a:xfrm>
            <a:off x="-873454" y="696038"/>
            <a:ext cx="604700" cy="342439"/>
          </a:xfrm>
          <a:prstGeom prst="rect">
            <a:avLst/>
          </a:prstGeom>
          <a:solidFill>
            <a:srgbClr val="FAA2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662"/>
          </a:p>
        </p:txBody>
      </p:sp>
      <p:sp>
        <p:nvSpPr>
          <p:cNvPr id="8" name="Rectangle 7"/>
          <p:cNvSpPr/>
          <p:nvPr userDrawn="1"/>
        </p:nvSpPr>
        <p:spPr>
          <a:xfrm>
            <a:off x="-873454" y="1080666"/>
            <a:ext cx="604700" cy="342439"/>
          </a:xfrm>
          <a:prstGeom prst="rect">
            <a:avLst/>
          </a:prstGeom>
          <a:solidFill>
            <a:srgbClr val="1F2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662"/>
          </a:p>
        </p:txBody>
      </p:sp>
      <p:sp>
        <p:nvSpPr>
          <p:cNvPr id="11" name="Rectangle 10"/>
          <p:cNvSpPr/>
          <p:nvPr userDrawn="1"/>
        </p:nvSpPr>
        <p:spPr>
          <a:xfrm>
            <a:off x="-873454" y="1465294"/>
            <a:ext cx="604700" cy="342439"/>
          </a:xfrm>
          <a:prstGeom prst="rect">
            <a:avLst/>
          </a:prstGeom>
          <a:solidFill>
            <a:srgbClr val="3538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662"/>
          </a:p>
        </p:txBody>
      </p:sp>
      <p:sp>
        <p:nvSpPr>
          <p:cNvPr id="12" name="Rectangle 11"/>
          <p:cNvSpPr/>
          <p:nvPr userDrawn="1"/>
        </p:nvSpPr>
        <p:spPr>
          <a:xfrm>
            <a:off x="-873455" y="1849922"/>
            <a:ext cx="604700" cy="342439"/>
          </a:xfrm>
          <a:prstGeom prst="rect">
            <a:avLst/>
          </a:prstGeom>
          <a:solidFill>
            <a:srgbClr val="B1B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662"/>
          </a:p>
        </p:txBody>
      </p:sp>
      <p:sp>
        <p:nvSpPr>
          <p:cNvPr id="13" name="Rectangle 12"/>
          <p:cNvSpPr/>
          <p:nvPr userDrawn="1"/>
        </p:nvSpPr>
        <p:spPr>
          <a:xfrm>
            <a:off x="-873457" y="2234550"/>
            <a:ext cx="604700" cy="342439"/>
          </a:xfrm>
          <a:prstGeom prst="rect">
            <a:avLst/>
          </a:prstGeom>
          <a:solidFill>
            <a:srgbClr val="C7C4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662"/>
          </a:p>
        </p:txBody>
      </p:sp>
      <p:sp>
        <p:nvSpPr>
          <p:cNvPr id="14" name="Rectangle 13"/>
          <p:cNvSpPr/>
          <p:nvPr userDrawn="1"/>
        </p:nvSpPr>
        <p:spPr>
          <a:xfrm>
            <a:off x="-873458" y="311408"/>
            <a:ext cx="604700" cy="342439"/>
          </a:xfrm>
          <a:prstGeom prst="rect">
            <a:avLst/>
          </a:prstGeom>
          <a:solidFill>
            <a:srgbClr val="CC86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662"/>
          </a:p>
        </p:txBody>
      </p:sp>
      <p:pic>
        <p:nvPicPr>
          <p:cNvPr id="16" name="Picture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6"/>
            <a:ext cx="12209856" cy="6857464"/>
          </a:xfrm>
          <a:prstGeom prst="rect">
            <a:avLst/>
          </a:prstGeom>
          <a:solidFill>
            <a:schemeClr val="tx2">
              <a:lumMod val="95000"/>
            </a:schemeClr>
          </a:solidFill>
        </p:spPr>
      </p:pic>
    </p:spTree>
    <p:extLst>
      <p:ext uri="{BB962C8B-B14F-4D97-AF65-F5344CB8AC3E}">
        <p14:creationId xmlns:p14="http://schemas.microsoft.com/office/powerpoint/2010/main" val="3609321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Rectangle 4"/>
          <p:cNvSpPr/>
          <p:nvPr userDrawn="1"/>
        </p:nvSpPr>
        <p:spPr>
          <a:xfrm>
            <a:off x="2" y="0"/>
            <a:ext cx="12330637" cy="6858000"/>
          </a:xfrm>
          <a:prstGeom prst="rect">
            <a:avLst/>
          </a:prstGeom>
          <a:solidFill>
            <a:srgbClr val="D18C43"/>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id-ID" sz="1662">
              <a:solidFill>
                <a:srgbClr val="FFFFFF"/>
              </a:solidFill>
            </a:endParaRPr>
          </a:p>
        </p:txBody>
      </p:sp>
      <p:sp>
        <p:nvSpPr>
          <p:cNvPr id="4" name="Rectangle 3"/>
          <p:cNvSpPr/>
          <p:nvPr userDrawn="1"/>
        </p:nvSpPr>
        <p:spPr>
          <a:xfrm>
            <a:off x="-873454" y="696038"/>
            <a:ext cx="604700" cy="342439"/>
          </a:xfrm>
          <a:prstGeom prst="rect">
            <a:avLst/>
          </a:prstGeom>
          <a:solidFill>
            <a:srgbClr val="E594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662"/>
          </a:p>
        </p:txBody>
      </p:sp>
      <p:sp>
        <p:nvSpPr>
          <p:cNvPr id="6" name="Rectangle 5"/>
          <p:cNvSpPr/>
          <p:nvPr userDrawn="1"/>
        </p:nvSpPr>
        <p:spPr>
          <a:xfrm>
            <a:off x="-873454" y="1080666"/>
            <a:ext cx="604700" cy="342439"/>
          </a:xfrm>
          <a:prstGeom prst="rect">
            <a:avLst/>
          </a:prstGeom>
          <a:solidFill>
            <a:srgbClr val="EAA8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662"/>
          </a:p>
        </p:txBody>
      </p:sp>
      <p:sp>
        <p:nvSpPr>
          <p:cNvPr id="7" name="Rectangle 6"/>
          <p:cNvSpPr/>
          <p:nvPr userDrawn="1"/>
        </p:nvSpPr>
        <p:spPr>
          <a:xfrm>
            <a:off x="-873454" y="1465294"/>
            <a:ext cx="604700" cy="342439"/>
          </a:xfrm>
          <a:prstGeom prst="rect">
            <a:avLst/>
          </a:prstGeom>
          <a:solidFill>
            <a:srgbClr val="F0C0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662"/>
          </a:p>
        </p:txBody>
      </p:sp>
      <p:sp>
        <p:nvSpPr>
          <p:cNvPr id="8" name="Rectangle 7"/>
          <p:cNvSpPr/>
          <p:nvPr userDrawn="1"/>
        </p:nvSpPr>
        <p:spPr>
          <a:xfrm>
            <a:off x="-873455" y="1849922"/>
            <a:ext cx="604700" cy="342439"/>
          </a:xfrm>
          <a:prstGeom prst="rect">
            <a:avLst/>
          </a:prstGeom>
          <a:solidFill>
            <a:srgbClr val="F5E9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662"/>
          </a:p>
        </p:txBody>
      </p:sp>
      <p:sp>
        <p:nvSpPr>
          <p:cNvPr id="9" name="Rectangle 8"/>
          <p:cNvSpPr/>
          <p:nvPr userDrawn="1"/>
        </p:nvSpPr>
        <p:spPr>
          <a:xfrm>
            <a:off x="-873457" y="2234550"/>
            <a:ext cx="604700" cy="342439"/>
          </a:xfrm>
          <a:prstGeom prst="rect">
            <a:avLst/>
          </a:prstGeom>
          <a:solidFill>
            <a:srgbClr val="F8EF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662"/>
          </a:p>
        </p:txBody>
      </p:sp>
      <p:sp>
        <p:nvSpPr>
          <p:cNvPr id="10" name="Rectangle 9"/>
          <p:cNvSpPr/>
          <p:nvPr userDrawn="1"/>
        </p:nvSpPr>
        <p:spPr>
          <a:xfrm>
            <a:off x="-873458" y="311408"/>
            <a:ext cx="604700" cy="342439"/>
          </a:xfrm>
          <a:prstGeom prst="rect">
            <a:avLst/>
          </a:prstGeom>
          <a:solidFill>
            <a:srgbClr val="E28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662"/>
          </a:p>
        </p:txBody>
      </p:sp>
    </p:spTree>
    <p:extLst>
      <p:ext uri="{BB962C8B-B14F-4D97-AF65-F5344CB8AC3E}">
        <p14:creationId xmlns:p14="http://schemas.microsoft.com/office/powerpoint/2010/main" val="2850543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id-ID" dirty="0"/>
          </a:p>
        </p:txBody>
      </p:sp>
      <p:sp>
        <p:nvSpPr>
          <p:cNvPr id="3" name="Content Placeholder 2"/>
          <p:cNvSpPr>
            <a:spLocks noGrp="1"/>
          </p:cNvSpPr>
          <p:nvPr>
            <p:ph idx="1"/>
          </p:nvPr>
        </p:nvSpPr>
        <p:spPr>
          <a:xfrm>
            <a:off x="609603" y="1262069"/>
            <a:ext cx="10972800" cy="519127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id-ID" dirty="0"/>
          </a:p>
        </p:txBody>
      </p:sp>
      <p:sp>
        <p:nvSpPr>
          <p:cNvPr id="4" name="Rectangle 11"/>
          <p:cNvSpPr>
            <a:spLocks noGrp="1" noChangeArrowheads="1"/>
          </p:cNvSpPr>
          <p:nvPr>
            <p:ph type="sldNum" sz="quarter" idx="10"/>
          </p:nvPr>
        </p:nvSpPr>
        <p:spPr>
          <a:ln/>
        </p:spPr>
        <p:txBody>
          <a:bodyPr/>
          <a:lstStyle>
            <a:lvl1pPr>
              <a:defRPr/>
            </a:lvl1pPr>
          </a:lstStyle>
          <a:p>
            <a:fld id="{2C21ED29-AAC7-424F-A3E9-C4A98DD6FBF9}" type="slidenum">
              <a:rPr lang="en-US" smtClean="0"/>
              <a:pPr/>
              <a:t>‹#›</a:t>
            </a:fld>
            <a:endParaRPr lang="en-US"/>
          </a:p>
        </p:txBody>
      </p:sp>
    </p:spTree>
    <p:extLst>
      <p:ext uri="{BB962C8B-B14F-4D97-AF65-F5344CB8AC3E}">
        <p14:creationId xmlns:p14="http://schemas.microsoft.com/office/powerpoint/2010/main" val="13841531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5_Title Slide">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7464"/>
          </a:xfrm>
          <a:prstGeom prst="rect">
            <a:avLst/>
          </a:prstGeom>
        </p:spPr>
      </p:pic>
      <p:pic>
        <p:nvPicPr>
          <p:cNvPr id="8" name="Picture 7">
            <a:extLst>
              <a:ext uri="{FF2B5EF4-FFF2-40B4-BE49-F238E27FC236}">
                <a16:creationId xmlns:a16="http://schemas.microsoft.com/office/drawing/2014/main" id="{F65132E7-F547-4D1D-A3C4-CD5EC497E21F}"/>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55608" t="71569" r="8509" b="8236"/>
          <a:stretch/>
        </p:blipFill>
        <p:spPr>
          <a:xfrm>
            <a:off x="8415865" y="163198"/>
            <a:ext cx="3296367" cy="1050042"/>
          </a:xfrm>
          <a:prstGeom prst="rect">
            <a:avLst/>
          </a:prstGeom>
        </p:spPr>
      </p:pic>
      <p:sp>
        <p:nvSpPr>
          <p:cNvPr id="9" name="Rectangle 8">
            <a:extLst>
              <a:ext uri="{FF2B5EF4-FFF2-40B4-BE49-F238E27FC236}">
                <a16:creationId xmlns:a16="http://schemas.microsoft.com/office/drawing/2014/main" id="{F1003827-A120-4DEF-96A7-FEB709E6148F}"/>
              </a:ext>
            </a:extLst>
          </p:cNvPr>
          <p:cNvSpPr/>
          <p:nvPr userDrawn="1"/>
        </p:nvSpPr>
        <p:spPr>
          <a:xfrm>
            <a:off x="15631" y="12700"/>
            <a:ext cx="2317032" cy="331895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662"/>
          </a:p>
        </p:txBody>
      </p:sp>
      <p:pic>
        <p:nvPicPr>
          <p:cNvPr id="10" name="Picture 9">
            <a:extLst>
              <a:ext uri="{FF2B5EF4-FFF2-40B4-BE49-F238E27FC236}">
                <a16:creationId xmlns:a16="http://schemas.microsoft.com/office/drawing/2014/main" id="{FFCE4B20-EBE6-404E-A89C-4A1F40B45B29}"/>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r="83529" b="64507"/>
          <a:stretch/>
        </p:blipFill>
        <p:spPr>
          <a:xfrm>
            <a:off x="-12306" y="-12701"/>
            <a:ext cx="1853625" cy="2433918"/>
          </a:xfrm>
          <a:prstGeom prst="rect">
            <a:avLst/>
          </a:prstGeom>
        </p:spPr>
      </p:pic>
      <p:sp>
        <p:nvSpPr>
          <p:cNvPr id="11" name="Rectangle 10">
            <a:extLst>
              <a:ext uri="{FF2B5EF4-FFF2-40B4-BE49-F238E27FC236}">
                <a16:creationId xmlns:a16="http://schemas.microsoft.com/office/drawing/2014/main" id="{E14CA234-3614-43A5-957F-2D3A70F2E88C}"/>
              </a:ext>
            </a:extLst>
          </p:cNvPr>
          <p:cNvSpPr/>
          <p:nvPr userDrawn="1"/>
        </p:nvSpPr>
        <p:spPr>
          <a:xfrm>
            <a:off x="8988132" y="1371600"/>
            <a:ext cx="3188237" cy="5486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662"/>
          </a:p>
        </p:txBody>
      </p:sp>
      <p:pic>
        <p:nvPicPr>
          <p:cNvPr id="12" name="Picture 11">
            <a:extLst>
              <a:ext uri="{FF2B5EF4-FFF2-40B4-BE49-F238E27FC236}">
                <a16:creationId xmlns:a16="http://schemas.microsoft.com/office/drawing/2014/main" id="{F4B06B4A-0DF1-4A9F-852C-D6800EC5216A}"/>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l="70724" t="19805"/>
          <a:stretch/>
        </p:blipFill>
        <p:spPr>
          <a:xfrm>
            <a:off x="10752611" y="4653137"/>
            <a:ext cx="1447205" cy="2229729"/>
          </a:xfrm>
          <a:prstGeom prst="rect">
            <a:avLst/>
          </a:prstGeom>
        </p:spPr>
      </p:pic>
      <p:sp>
        <p:nvSpPr>
          <p:cNvPr id="13" name="TextBox 12"/>
          <p:cNvSpPr txBox="1">
            <a:spLocks noChangeArrowheads="1"/>
          </p:cNvSpPr>
          <p:nvPr userDrawn="1"/>
        </p:nvSpPr>
        <p:spPr bwMode="auto">
          <a:xfrm>
            <a:off x="2641600" y="3117851"/>
            <a:ext cx="6604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eaLnBrk="1" hangingPunct="1"/>
            <a:r>
              <a:rPr lang="id-ID" altLang="id-ID" sz="2400">
                <a:latin typeface="Museo Sans 700" panose="02000000000000000000" pitchFamily="50" charset="0"/>
              </a:rPr>
              <a:t>RAPAT EKSEKUTIF</a:t>
            </a:r>
            <a:endParaRPr lang="en-US" altLang="id-ID" sz="2400">
              <a:latin typeface="Museo Sans 700" panose="02000000000000000000" pitchFamily="50" charset="0"/>
            </a:endParaRPr>
          </a:p>
        </p:txBody>
      </p:sp>
      <p:sp>
        <p:nvSpPr>
          <p:cNvPr id="4" name="Text Placeholder 3"/>
          <p:cNvSpPr>
            <a:spLocks noGrp="1"/>
          </p:cNvSpPr>
          <p:nvPr>
            <p:ph type="body" sz="quarter" idx="10" hasCustomPrompt="1"/>
          </p:nvPr>
        </p:nvSpPr>
        <p:spPr>
          <a:xfrm>
            <a:off x="2927351" y="5445125"/>
            <a:ext cx="5568949" cy="431800"/>
          </a:xfrm>
        </p:spPr>
        <p:txBody>
          <a:bodyPr/>
          <a:lstStyle>
            <a:lvl1pPr marL="0" indent="0" algn="ctr">
              <a:buNone/>
              <a:defRPr>
                <a:latin typeface="Museo Sans 700" panose="02000000000000000000" pitchFamily="50" charset="0"/>
              </a:defRPr>
            </a:lvl1pPr>
          </a:lstStyle>
          <a:p>
            <a:pPr lvl="0"/>
            <a:r>
              <a:rPr lang="id-ID" dirty="0"/>
              <a:t>bulan, tahun</a:t>
            </a:r>
          </a:p>
        </p:txBody>
      </p:sp>
      <p:sp>
        <p:nvSpPr>
          <p:cNvPr id="18" name="Text Placeholder 3"/>
          <p:cNvSpPr>
            <a:spLocks noGrp="1"/>
          </p:cNvSpPr>
          <p:nvPr>
            <p:ph type="body" sz="quarter" idx="11" hasCustomPrompt="1"/>
          </p:nvPr>
        </p:nvSpPr>
        <p:spPr>
          <a:xfrm>
            <a:off x="1869256" y="1366435"/>
            <a:ext cx="8019808" cy="694413"/>
          </a:xfrm>
        </p:spPr>
        <p:txBody>
          <a:bodyPr/>
          <a:lstStyle>
            <a:lvl1pPr marL="0" indent="0" algn="ctr">
              <a:buNone/>
              <a:defRPr>
                <a:latin typeface="Museo Sans 700" panose="02000000000000000000" pitchFamily="50" charset="0"/>
              </a:defRPr>
            </a:lvl1pPr>
          </a:lstStyle>
          <a:p>
            <a:pPr lvl="0"/>
            <a:r>
              <a:rPr lang="id-ID" dirty="0"/>
              <a:t>Judul</a:t>
            </a:r>
          </a:p>
        </p:txBody>
      </p:sp>
    </p:spTree>
    <p:extLst>
      <p:ext uri="{BB962C8B-B14F-4D97-AF65-F5344CB8AC3E}">
        <p14:creationId xmlns:p14="http://schemas.microsoft.com/office/powerpoint/2010/main" val="13728748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a:xfrm>
            <a:off x="-16551" y="0"/>
            <a:ext cx="12208550" cy="6858000"/>
          </a:xfrm>
          <a:prstGeom prst="rect">
            <a:avLst/>
          </a:prstGeom>
          <a:solidFill>
            <a:srgbClr val="D18C43"/>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id-ID" sz="1800">
              <a:solidFill>
                <a:srgbClr val="FFFFFF"/>
              </a:solidFill>
            </a:endParaRPr>
          </a:p>
        </p:txBody>
      </p:sp>
      <p:sp>
        <p:nvSpPr>
          <p:cNvPr id="8" name="Rectangle 7"/>
          <p:cNvSpPr/>
          <p:nvPr userDrawn="1"/>
        </p:nvSpPr>
        <p:spPr>
          <a:xfrm>
            <a:off x="-16551" y="2492896"/>
            <a:ext cx="12208551" cy="1656184"/>
          </a:xfrm>
          <a:prstGeom prst="rect">
            <a:avLst/>
          </a:prstGeom>
          <a:solidFill>
            <a:schemeClr val="tx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solidFill>
                <a:srgbClr val="FFFFFF"/>
              </a:solidFill>
            </a:endParaRPr>
          </a:p>
        </p:txBody>
      </p:sp>
    </p:spTree>
    <p:extLst>
      <p:ext uri="{BB962C8B-B14F-4D97-AF65-F5344CB8AC3E}">
        <p14:creationId xmlns:p14="http://schemas.microsoft.com/office/powerpoint/2010/main" val="37940582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701461" y="60610"/>
            <a:ext cx="11234711" cy="472790"/>
          </a:xfrm>
        </p:spPr>
        <p:txBody>
          <a:bodyPr anchor="ctr">
            <a:noAutofit/>
          </a:bodyPr>
          <a:lstStyle>
            <a:lvl1pPr marL="0" indent="0">
              <a:buNone/>
              <a:defRPr sz="2200" b="1" baseline="0">
                <a:solidFill>
                  <a:srgbClr val="1F2020"/>
                </a:solidFill>
                <a:latin typeface="+mj-lt"/>
                <a:cs typeface="Helvetica"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id-ID" dirty="0"/>
              <a:t>SLIDE TITLE</a:t>
            </a:r>
            <a:endParaRPr lang="en-US" dirty="0"/>
          </a:p>
        </p:txBody>
      </p:sp>
      <p:sp>
        <p:nvSpPr>
          <p:cNvPr id="8" name="Text Placeholder 3"/>
          <p:cNvSpPr>
            <a:spLocks noGrp="1"/>
          </p:cNvSpPr>
          <p:nvPr>
            <p:ph type="body" sz="quarter" idx="15" hasCustomPrompt="1"/>
          </p:nvPr>
        </p:nvSpPr>
        <p:spPr>
          <a:xfrm>
            <a:off x="701461" y="527597"/>
            <a:ext cx="11234711" cy="582644"/>
          </a:xfrm>
        </p:spPr>
        <p:txBody>
          <a:bodyPr anchor="ctr">
            <a:normAutofit/>
          </a:bodyPr>
          <a:lstStyle>
            <a:lvl1pPr marL="0" indent="0">
              <a:lnSpc>
                <a:spcPct val="80000"/>
              </a:lnSpc>
              <a:spcBef>
                <a:spcPts val="0"/>
              </a:spcBef>
              <a:buNone/>
              <a:defRPr sz="1600" baseline="0">
                <a:solidFill>
                  <a:srgbClr val="353837"/>
                </a:solidFill>
                <a:latin typeface="+mj-lt"/>
                <a:cs typeface="Helvetica"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id-ID" dirty="0"/>
              <a:t>Headline tells the story</a:t>
            </a:r>
            <a:endParaRPr lang="en-US" dirty="0"/>
          </a:p>
        </p:txBody>
      </p:sp>
      <p:sp>
        <p:nvSpPr>
          <p:cNvPr id="12" name="Rectangle 11"/>
          <p:cNvSpPr/>
          <p:nvPr userDrawn="1"/>
        </p:nvSpPr>
        <p:spPr>
          <a:xfrm>
            <a:off x="-880151" y="2244332"/>
            <a:ext cx="604700" cy="342439"/>
          </a:xfrm>
          <a:prstGeom prst="rect">
            <a:avLst/>
          </a:prstGeom>
          <a:solidFill>
            <a:srgbClr val="1F2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13" name="Rectangle 12"/>
          <p:cNvSpPr/>
          <p:nvPr userDrawn="1"/>
        </p:nvSpPr>
        <p:spPr>
          <a:xfrm>
            <a:off x="-880151" y="2628960"/>
            <a:ext cx="604700" cy="342439"/>
          </a:xfrm>
          <a:prstGeom prst="rect">
            <a:avLst/>
          </a:prstGeom>
          <a:solidFill>
            <a:srgbClr val="5859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14" name="Rectangle 13"/>
          <p:cNvSpPr/>
          <p:nvPr userDrawn="1"/>
        </p:nvSpPr>
        <p:spPr>
          <a:xfrm>
            <a:off x="-880151" y="3027236"/>
            <a:ext cx="604700" cy="342439"/>
          </a:xfrm>
          <a:prstGeom prst="rect">
            <a:avLst/>
          </a:prstGeom>
          <a:solidFill>
            <a:schemeClr val="tx2">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15" name="Rectangle 14"/>
          <p:cNvSpPr/>
          <p:nvPr userDrawn="1"/>
        </p:nvSpPr>
        <p:spPr>
          <a:xfrm>
            <a:off x="-880151" y="3411864"/>
            <a:ext cx="604700" cy="34243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43" name="Rectangle 42"/>
          <p:cNvSpPr/>
          <p:nvPr userDrawn="1"/>
        </p:nvSpPr>
        <p:spPr>
          <a:xfrm>
            <a:off x="-880151" y="3798370"/>
            <a:ext cx="604700" cy="342439"/>
          </a:xfrm>
          <a:prstGeom prst="rect">
            <a:avLst/>
          </a:prstGeom>
          <a:solidFill>
            <a:srgbClr val="DBD9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23" name="Rectangle 22"/>
          <p:cNvSpPr/>
          <p:nvPr userDrawn="1"/>
        </p:nvSpPr>
        <p:spPr bwMode="auto">
          <a:xfrm>
            <a:off x="64767" y="6576296"/>
            <a:ext cx="682286" cy="215444"/>
          </a:xfrm>
          <a:prstGeom prst="rect">
            <a:avLst/>
          </a:prstGeom>
          <a:noFill/>
        </p:spPr>
        <p:txBody>
          <a:bodyPr wrap="square" anchor="ctr">
            <a:spAutoFit/>
          </a:bodyPr>
          <a:lstStyle/>
          <a:p>
            <a:pPr algn="l" fontAlgn="auto">
              <a:spcBef>
                <a:spcPts val="0"/>
              </a:spcBef>
              <a:spcAft>
                <a:spcPts val="0"/>
              </a:spcAft>
              <a:defRPr/>
            </a:pPr>
            <a:r>
              <a:rPr kumimoji="0" lang="fr-FR" sz="800" dirty="0">
                <a:solidFill>
                  <a:schemeClr val="bg1">
                    <a:lumMod val="50000"/>
                  </a:schemeClr>
                </a:solidFill>
                <a:latin typeface="+mn-lt"/>
                <a:ea typeface="Geneva" pitchFamily="-107" charset="-70"/>
                <a:cs typeface="Futura"/>
              </a:rPr>
              <a:t>©201</a:t>
            </a:r>
            <a:r>
              <a:rPr kumimoji="0" lang="id-ID" sz="800" dirty="0">
                <a:solidFill>
                  <a:schemeClr val="bg1">
                    <a:lumMod val="50000"/>
                  </a:schemeClr>
                </a:solidFill>
                <a:latin typeface="+mn-lt"/>
                <a:ea typeface="Geneva" pitchFamily="-107" charset="-70"/>
                <a:cs typeface="Futura"/>
              </a:rPr>
              <a:t>9</a:t>
            </a:r>
            <a:endParaRPr kumimoji="0" lang="en-US" sz="800" dirty="0">
              <a:solidFill>
                <a:schemeClr val="bg1">
                  <a:lumMod val="50000"/>
                </a:schemeClr>
              </a:solidFill>
              <a:latin typeface="+mn-lt"/>
              <a:ea typeface="Geneva" pitchFamily="-107" charset="-70"/>
              <a:cs typeface="Futura"/>
            </a:endParaRPr>
          </a:p>
        </p:txBody>
      </p:sp>
      <p:cxnSp>
        <p:nvCxnSpPr>
          <p:cNvPr id="21" name="Straight Connector 20"/>
          <p:cNvCxnSpPr/>
          <p:nvPr userDrawn="1"/>
        </p:nvCxnSpPr>
        <p:spPr>
          <a:xfrm>
            <a:off x="717928" y="527597"/>
            <a:ext cx="11218244" cy="0"/>
          </a:xfrm>
          <a:prstGeom prst="line">
            <a:avLst/>
          </a:prstGeom>
          <a:ln w="19050">
            <a:solidFill>
              <a:srgbClr val="D08D3F"/>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a:off x="712874" y="6677795"/>
            <a:ext cx="10757590" cy="0"/>
          </a:xfrm>
          <a:prstGeom prst="line">
            <a:avLst/>
          </a:prstGeom>
          <a:ln w="76200">
            <a:solidFill>
              <a:srgbClr val="D08D3F"/>
            </a:solidFill>
          </a:ln>
        </p:spPr>
        <p:style>
          <a:lnRef idx="1">
            <a:schemeClr val="accent1"/>
          </a:lnRef>
          <a:fillRef idx="0">
            <a:schemeClr val="accent1"/>
          </a:fillRef>
          <a:effectRef idx="0">
            <a:schemeClr val="accent1"/>
          </a:effectRef>
          <a:fontRef idx="minor">
            <a:schemeClr val="tx1"/>
          </a:fontRef>
        </p:style>
      </p:cxnSp>
      <p:sp>
        <p:nvSpPr>
          <p:cNvPr id="25" name="Rectangle 24"/>
          <p:cNvSpPr/>
          <p:nvPr userDrawn="1"/>
        </p:nvSpPr>
        <p:spPr>
          <a:xfrm>
            <a:off x="11546036" y="6532268"/>
            <a:ext cx="349776" cy="246221"/>
          </a:xfrm>
          <a:prstGeom prst="rect">
            <a:avLst/>
          </a:prstGeom>
        </p:spPr>
        <p:txBody>
          <a:bodyPr wrap="none">
            <a:spAutoFit/>
          </a:bodyPr>
          <a:lstStyle/>
          <a:p>
            <a:pPr algn="ctr">
              <a:defRPr/>
            </a:pPr>
            <a:fld id="{074DC5AA-6F99-4C51-A2A8-E6E19F6B47BD}" type="slidenum">
              <a:rPr lang="en-US" sz="1000" b="1" smtClean="0">
                <a:solidFill>
                  <a:srgbClr val="1F2020"/>
                </a:solidFill>
              </a:rPr>
              <a:pPr algn="ctr">
                <a:defRPr/>
              </a:pPr>
              <a:t>‹#›</a:t>
            </a:fld>
            <a:endParaRPr lang="en-US" sz="1000" b="1" dirty="0">
              <a:solidFill>
                <a:srgbClr val="1F2020"/>
              </a:solidFill>
            </a:endParaRPr>
          </a:p>
        </p:txBody>
      </p:sp>
      <p:cxnSp>
        <p:nvCxnSpPr>
          <p:cNvPr id="26" name="Straight Connector 25"/>
          <p:cNvCxnSpPr/>
          <p:nvPr userDrawn="1"/>
        </p:nvCxnSpPr>
        <p:spPr>
          <a:xfrm>
            <a:off x="747092" y="6750778"/>
            <a:ext cx="10690010" cy="0"/>
          </a:xfrm>
          <a:prstGeom prst="line">
            <a:avLst/>
          </a:prstGeom>
          <a:ln>
            <a:solidFill>
              <a:srgbClr val="000000"/>
            </a:solidFill>
          </a:ln>
        </p:spPr>
        <p:style>
          <a:lnRef idx="1">
            <a:schemeClr val="dk1"/>
          </a:lnRef>
          <a:fillRef idx="0">
            <a:schemeClr val="dk1"/>
          </a:fillRef>
          <a:effectRef idx="0">
            <a:schemeClr val="dk1"/>
          </a:effectRef>
          <a:fontRef idx="minor">
            <a:schemeClr val="tx1"/>
          </a:fontRef>
        </p:style>
      </p:cxnSp>
      <p:sp>
        <p:nvSpPr>
          <p:cNvPr id="34" name="Rectangle 33"/>
          <p:cNvSpPr/>
          <p:nvPr userDrawn="1"/>
        </p:nvSpPr>
        <p:spPr>
          <a:xfrm>
            <a:off x="-873455" y="696037"/>
            <a:ext cx="604700" cy="342439"/>
          </a:xfrm>
          <a:prstGeom prst="rect">
            <a:avLst/>
          </a:prstGeom>
          <a:solidFill>
            <a:srgbClr val="E79D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35" name="Rectangle 34"/>
          <p:cNvSpPr/>
          <p:nvPr userDrawn="1"/>
        </p:nvSpPr>
        <p:spPr>
          <a:xfrm>
            <a:off x="-873455" y="1080665"/>
            <a:ext cx="604700" cy="342439"/>
          </a:xfrm>
          <a:prstGeom prst="rect">
            <a:avLst/>
          </a:prstGeom>
          <a:solidFill>
            <a:srgbClr val="EAAA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36" name="Rectangle 35"/>
          <p:cNvSpPr/>
          <p:nvPr userDrawn="1"/>
        </p:nvSpPr>
        <p:spPr>
          <a:xfrm>
            <a:off x="-873455" y="1465293"/>
            <a:ext cx="604700" cy="342439"/>
          </a:xfrm>
          <a:prstGeom prst="rect">
            <a:avLst/>
          </a:prstGeom>
          <a:solidFill>
            <a:srgbClr val="EEBC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38" name="Rectangle 37"/>
          <p:cNvSpPr/>
          <p:nvPr userDrawn="1"/>
        </p:nvSpPr>
        <p:spPr>
          <a:xfrm>
            <a:off x="-873456" y="1849921"/>
            <a:ext cx="604700" cy="342439"/>
          </a:xfrm>
          <a:prstGeom prst="rect">
            <a:avLst/>
          </a:prstGeom>
          <a:solidFill>
            <a:srgbClr val="F0C2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40" name="Rectangle 39"/>
          <p:cNvSpPr/>
          <p:nvPr userDrawn="1"/>
        </p:nvSpPr>
        <p:spPr>
          <a:xfrm>
            <a:off x="-873459" y="311408"/>
            <a:ext cx="604700" cy="342439"/>
          </a:xfrm>
          <a:prstGeom prst="rect">
            <a:avLst/>
          </a:prstGeom>
          <a:solidFill>
            <a:srgbClr val="D08D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pic>
        <p:nvPicPr>
          <p:cNvPr id="19" name="Picture 18">
            <a:extLst>
              <a:ext uri="{FF2B5EF4-FFF2-40B4-BE49-F238E27FC236}">
                <a16:creationId xmlns:a16="http://schemas.microsoft.com/office/drawing/2014/main" id="{0A6524C0-22F8-4A0C-BA89-1E23DE709DC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55608" t="71569" r="26958" b="8236"/>
          <a:stretch/>
        </p:blipFill>
        <p:spPr>
          <a:xfrm>
            <a:off x="11196737" y="262940"/>
            <a:ext cx="747120" cy="533995"/>
          </a:xfrm>
          <a:prstGeom prst="rect">
            <a:avLst/>
          </a:prstGeom>
        </p:spPr>
      </p:pic>
    </p:spTree>
    <p:extLst>
      <p:ext uri="{BB962C8B-B14F-4D97-AF65-F5344CB8AC3E}">
        <p14:creationId xmlns:p14="http://schemas.microsoft.com/office/powerpoint/2010/main" val="32046009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12" name="Rectangle 11"/>
          <p:cNvSpPr/>
          <p:nvPr userDrawn="1"/>
        </p:nvSpPr>
        <p:spPr>
          <a:xfrm>
            <a:off x="-880151" y="2244332"/>
            <a:ext cx="604700" cy="342439"/>
          </a:xfrm>
          <a:prstGeom prst="rect">
            <a:avLst/>
          </a:prstGeom>
          <a:solidFill>
            <a:srgbClr val="1F2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13" name="Rectangle 12"/>
          <p:cNvSpPr/>
          <p:nvPr userDrawn="1"/>
        </p:nvSpPr>
        <p:spPr>
          <a:xfrm>
            <a:off x="-880151" y="2628960"/>
            <a:ext cx="604700" cy="342439"/>
          </a:xfrm>
          <a:prstGeom prst="rect">
            <a:avLst/>
          </a:prstGeom>
          <a:solidFill>
            <a:srgbClr val="5859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14" name="Rectangle 13"/>
          <p:cNvSpPr/>
          <p:nvPr userDrawn="1"/>
        </p:nvSpPr>
        <p:spPr>
          <a:xfrm>
            <a:off x="-880151" y="3027236"/>
            <a:ext cx="604700" cy="342439"/>
          </a:xfrm>
          <a:prstGeom prst="rect">
            <a:avLst/>
          </a:prstGeom>
          <a:solidFill>
            <a:schemeClr val="tx2">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15" name="Rectangle 14"/>
          <p:cNvSpPr/>
          <p:nvPr userDrawn="1"/>
        </p:nvSpPr>
        <p:spPr>
          <a:xfrm>
            <a:off x="-880151" y="3411864"/>
            <a:ext cx="604700" cy="34243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43" name="Rectangle 42"/>
          <p:cNvSpPr/>
          <p:nvPr userDrawn="1"/>
        </p:nvSpPr>
        <p:spPr>
          <a:xfrm>
            <a:off x="-880151" y="3798370"/>
            <a:ext cx="604700" cy="342439"/>
          </a:xfrm>
          <a:prstGeom prst="rect">
            <a:avLst/>
          </a:prstGeom>
          <a:solidFill>
            <a:srgbClr val="DBD9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23" name="Rectangle 22"/>
          <p:cNvSpPr/>
          <p:nvPr userDrawn="1"/>
        </p:nvSpPr>
        <p:spPr bwMode="auto">
          <a:xfrm>
            <a:off x="64767" y="6576296"/>
            <a:ext cx="682286" cy="215444"/>
          </a:xfrm>
          <a:prstGeom prst="rect">
            <a:avLst/>
          </a:prstGeom>
          <a:noFill/>
        </p:spPr>
        <p:txBody>
          <a:bodyPr wrap="square" anchor="ctr">
            <a:spAutoFit/>
          </a:bodyPr>
          <a:lstStyle/>
          <a:p>
            <a:pPr algn="l" fontAlgn="auto">
              <a:spcBef>
                <a:spcPts val="0"/>
              </a:spcBef>
              <a:spcAft>
                <a:spcPts val="0"/>
              </a:spcAft>
              <a:defRPr/>
            </a:pPr>
            <a:r>
              <a:rPr kumimoji="0" lang="fr-FR" sz="800" dirty="0">
                <a:solidFill>
                  <a:schemeClr val="bg1">
                    <a:lumMod val="50000"/>
                  </a:schemeClr>
                </a:solidFill>
                <a:latin typeface="+mn-lt"/>
                <a:ea typeface="Geneva" pitchFamily="-107" charset="-70"/>
                <a:cs typeface="Futura"/>
              </a:rPr>
              <a:t>©201</a:t>
            </a:r>
            <a:r>
              <a:rPr kumimoji="0" lang="id-ID" sz="800" dirty="0">
                <a:solidFill>
                  <a:schemeClr val="bg1">
                    <a:lumMod val="50000"/>
                  </a:schemeClr>
                </a:solidFill>
                <a:latin typeface="+mn-lt"/>
                <a:ea typeface="Geneva" pitchFamily="-107" charset="-70"/>
                <a:cs typeface="Futura"/>
              </a:rPr>
              <a:t>9</a:t>
            </a:r>
            <a:endParaRPr kumimoji="0" lang="en-US" sz="800" dirty="0">
              <a:solidFill>
                <a:schemeClr val="bg1">
                  <a:lumMod val="50000"/>
                </a:schemeClr>
              </a:solidFill>
              <a:latin typeface="+mn-lt"/>
              <a:ea typeface="Geneva" pitchFamily="-107" charset="-70"/>
              <a:cs typeface="Futura"/>
            </a:endParaRPr>
          </a:p>
        </p:txBody>
      </p:sp>
      <p:cxnSp>
        <p:nvCxnSpPr>
          <p:cNvPr id="21" name="Straight Connector 20"/>
          <p:cNvCxnSpPr/>
          <p:nvPr userDrawn="1"/>
        </p:nvCxnSpPr>
        <p:spPr>
          <a:xfrm>
            <a:off x="717928" y="527597"/>
            <a:ext cx="11218244" cy="0"/>
          </a:xfrm>
          <a:prstGeom prst="line">
            <a:avLst/>
          </a:prstGeom>
          <a:ln w="19050">
            <a:solidFill>
              <a:srgbClr val="D08D3F"/>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a:off x="712874" y="6677795"/>
            <a:ext cx="10757590" cy="0"/>
          </a:xfrm>
          <a:prstGeom prst="line">
            <a:avLst/>
          </a:prstGeom>
          <a:ln w="76200">
            <a:solidFill>
              <a:srgbClr val="D08D3F"/>
            </a:solidFill>
          </a:ln>
        </p:spPr>
        <p:style>
          <a:lnRef idx="1">
            <a:schemeClr val="accent1"/>
          </a:lnRef>
          <a:fillRef idx="0">
            <a:schemeClr val="accent1"/>
          </a:fillRef>
          <a:effectRef idx="0">
            <a:schemeClr val="accent1"/>
          </a:effectRef>
          <a:fontRef idx="minor">
            <a:schemeClr val="tx1"/>
          </a:fontRef>
        </p:style>
      </p:cxnSp>
      <p:sp>
        <p:nvSpPr>
          <p:cNvPr id="25" name="Rectangle 24"/>
          <p:cNvSpPr/>
          <p:nvPr userDrawn="1"/>
        </p:nvSpPr>
        <p:spPr>
          <a:xfrm>
            <a:off x="11546036" y="6532268"/>
            <a:ext cx="349776" cy="246221"/>
          </a:xfrm>
          <a:prstGeom prst="rect">
            <a:avLst/>
          </a:prstGeom>
        </p:spPr>
        <p:txBody>
          <a:bodyPr wrap="none">
            <a:spAutoFit/>
          </a:bodyPr>
          <a:lstStyle/>
          <a:p>
            <a:pPr algn="ctr">
              <a:defRPr/>
            </a:pPr>
            <a:fld id="{074DC5AA-6F99-4C51-A2A8-E6E19F6B47BD}" type="slidenum">
              <a:rPr lang="en-US" sz="1000" b="1" smtClean="0">
                <a:solidFill>
                  <a:srgbClr val="1F2020"/>
                </a:solidFill>
              </a:rPr>
              <a:pPr algn="ctr">
                <a:defRPr/>
              </a:pPr>
              <a:t>‹#›</a:t>
            </a:fld>
            <a:endParaRPr lang="en-US" sz="1000" b="1" dirty="0">
              <a:solidFill>
                <a:srgbClr val="1F2020"/>
              </a:solidFill>
            </a:endParaRPr>
          </a:p>
        </p:txBody>
      </p:sp>
      <p:cxnSp>
        <p:nvCxnSpPr>
          <p:cNvPr id="26" name="Straight Connector 25"/>
          <p:cNvCxnSpPr/>
          <p:nvPr userDrawn="1"/>
        </p:nvCxnSpPr>
        <p:spPr>
          <a:xfrm>
            <a:off x="747092" y="6750778"/>
            <a:ext cx="10690010" cy="0"/>
          </a:xfrm>
          <a:prstGeom prst="line">
            <a:avLst/>
          </a:prstGeom>
          <a:ln>
            <a:solidFill>
              <a:srgbClr val="000000"/>
            </a:solidFill>
          </a:ln>
        </p:spPr>
        <p:style>
          <a:lnRef idx="1">
            <a:schemeClr val="dk1"/>
          </a:lnRef>
          <a:fillRef idx="0">
            <a:schemeClr val="dk1"/>
          </a:fillRef>
          <a:effectRef idx="0">
            <a:schemeClr val="dk1"/>
          </a:effectRef>
          <a:fontRef idx="minor">
            <a:schemeClr val="tx1"/>
          </a:fontRef>
        </p:style>
      </p:cxnSp>
      <p:sp>
        <p:nvSpPr>
          <p:cNvPr id="34" name="Rectangle 33"/>
          <p:cNvSpPr/>
          <p:nvPr userDrawn="1"/>
        </p:nvSpPr>
        <p:spPr>
          <a:xfrm>
            <a:off x="-873455" y="696037"/>
            <a:ext cx="604700" cy="342439"/>
          </a:xfrm>
          <a:prstGeom prst="rect">
            <a:avLst/>
          </a:prstGeom>
          <a:solidFill>
            <a:srgbClr val="E79D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35" name="Rectangle 34"/>
          <p:cNvSpPr/>
          <p:nvPr userDrawn="1"/>
        </p:nvSpPr>
        <p:spPr>
          <a:xfrm>
            <a:off x="-873455" y="1080665"/>
            <a:ext cx="604700" cy="342439"/>
          </a:xfrm>
          <a:prstGeom prst="rect">
            <a:avLst/>
          </a:prstGeom>
          <a:solidFill>
            <a:srgbClr val="EAAA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36" name="Rectangle 35"/>
          <p:cNvSpPr/>
          <p:nvPr userDrawn="1"/>
        </p:nvSpPr>
        <p:spPr>
          <a:xfrm>
            <a:off x="-873455" y="1465293"/>
            <a:ext cx="604700" cy="342439"/>
          </a:xfrm>
          <a:prstGeom prst="rect">
            <a:avLst/>
          </a:prstGeom>
          <a:solidFill>
            <a:srgbClr val="EEBC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38" name="Rectangle 37"/>
          <p:cNvSpPr/>
          <p:nvPr userDrawn="1"/>
        </p:nvSpPr>
        <p:spPr>
          <a:xfrm>
            <a:off x="-873456" y="1849921"/>
            <a:ext cx="604700" cy="342439"/>
          </a:xfrm>
          <a:prstGeom prst="rect">
            <a:avLst/>
          </a:prstGeom>
          <a:solidFill>
            <a:srgbClr val="F0C2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40" name="Rectangle 39"/>
          <p:cNvSpPr/>
          <p:nvPr userDrawn="1"/>
        </p:nvSpPr>
        <p:spPr>
          <a:xfrm>
            <a:off x="-873459" y="311408"/>
            <a:ext cx="604700" cy="342439"/>
          </a:xfrm>
          <a:prstGeom prst="rect">
            <a:avLst/>
          </a:prstGeom>
          <a:solidFill>
            <a:srgbClr val="D08D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pic>
        <p:nvPicPr>
          <p:cNvPr id="19" name="Picture 18">
            <a:extLst>
              <a:ext uri="{FF2B5EF4-FFF2-40B4-BE49-F238E27FC236}">
                <a16:creationId xmlns:a16="http://schemas.microsoft.com/office/drawing/2014/main" id="{0A6524C0-22F8-4A0C-BA89-1E23DE709DC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55608" t="71569" r="26958" b="8236"/>
          <a:stretch/>
        </p:blipFill>
        <p:spPr>
          <a:xfrm>
            <a:off x="11196737" y="262940"/>
            <a:ext cx="747120" cy="533995"/>
          </a:xfrm>
          <a:prstGeom prst="rect">
            <a:avLst/>
          </a:prstGeom>
        </p:spPr>
      </p:pic>
    </p:spTree>
    <p:extLst>
      <p:ext uri="{BB962C8B-B14F-4D97-AF65-F5344CB8AC3E}">
        <p14:creationId xmlns:p14="http://schemas.microsoft.com/office/powerpoint/2010/main" val="42698798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7464"/>
          </a:xfrm>
          <a:prstGeom prst="rect">
            <a:avLst/>
          </a:prstGeom>
        </p:spPr>
      </p:pic>
      <p:pic>
        <p:nvPicPr>
          <p:cNvPr id="8" name="Picture 7">
            <a:extLst>
              <a:ext uri="{FF2B5EF4-FFF2-40B4-BE49-F238E27FC236}">
                <a16:creationId xmlns:a16="http://schemas.microsoft.com/office/drawing/2014/main" id="{F65132E7-F547-4D1D-A3C4-CD5EC497E21F}"/>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55608" t="71569" r="8509" b="8236"/>
          <a:stretch/>
        </p:blipFill>
        <p:spPr>
          <a:xfrm>
            <a:off x="8399056" y="77553"/>
            <a:ext cx="3296367" cy="1144668"/>
          </a:xfrm>
          <a:prstGeom prst="rect">
            <a:avLst/>
          </a:prstGeom>
        </p:spPr>
      </p:pic>
      <p:sp>
        <p:nvSpPr>
          <p:cNvPr id="9" name="Rectangle 8">
            <a:extLst>
              <a:ext uri="{FF2B5EF4-FFF2-40B4-BE49-F238E27FC236}">
                <a16:creationId xmlns:a16="http://schemas.microsoft.com/office/drawing/2014/main" id="{F1003827-A120-4DEF-96A7-FEB709E6148F}"/>
              </a:ext>
            </a:extLst>
          </p:cNvPr>
          <p:cNvSpPr/>
          <p:nvPr userDrawn="1"/>
        </p:nvSpPr>
        <p:spPr>
          <a:xfrm>
            <a:off x="15631" y="12700"/>
            <a:ext cx="2317031" cy="331895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pic>
        <p:nvPicPr>
          <p:cNvPr id="10" name="Picture 9">
            <a:extLst>
              <a:ext uri="{FF2B5EF4-FFF2-40B4-BE49-F238E27FC236}">
                <a16:creationId xmlns:a16="http://schemas.microsoft.com/office/drawing/2014/main" id="{FFCE4B20-EBE6-404E-A89C-4A1F40B45B29}"/>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r="83529" b="64507"/>
          <a:stretch/>
        </p:blipFill>
        <p:spPr>
          <a:xfrm>
            <a:off x="1" y="5262"/>
            <a:ext cx="1853626" cy="2433918"/>
          </a:xfrm>
          <a:prstGeom prst="rect">
            <a:avLst/>
          </a:prstGeom>
        </p:spPr>
      </p:pic>
      <p:sp>
        <p:nvSpPr>
          <p:cNvPr id="11" name="Rectangle 10">
            <a:extLst>
              <a:ext uri="{FF2B5EF4-FFF2-40B4-BE49-F238E27FC236}">
                <a16:creationId xmlns:a16="http://schemas.microsoft.com/office/drawing/2014/main" id="{E14CA234-3614-43A5-957F-2D3A70F2E88C}"/>
              </a:ext>
            </a:extLst>
          </p:cNvPr>
          <p:cNvSpPr/>
          <p:nvPr userDrawn="1"/>
        </p:nvSpPr>
        <p:spPr>
          <a:xfrm>
            <a:off x="8988132" y="1371600"/>
            <a:ext cx="3188238" cy="5486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pic>
        <p:nvPicPr>
          <p:cNvPr id="12" name="Picture 11">
            <a:extLst>
              <a:ext uri="{FF2B5EF4-FFF2-40B4-BE49-F238E27FC236}">
                <a16:creationId xmlns:a16="http://schemas.microsoft.com/office/drawing/2014/main" id="{F4B06B4A-0DF1-4A9F-852C-D6800EC5216A}"/>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l="70724" t="19805"/>
          <a:stretch/>
        </p:blipFill>
        <p:spPr>
          <a:xfrm>
            <a:off x="10744795" y="4628272"/>
            <a:ext cx="1447205" cy="2229729"/>
          </a:xfrm>
          <a:prstGeom prst="rect">
            <a:avLst/>
          </a:prstGeom>
        </p:spPr>
      </p:pic>
    </p:spTree>
    <p:extLst>
      <p:ext uri="{BB962C8B-B14F-4D97-AF65-F5344CB8AC3E}">
        <p14:creationId xmlns:p14="http://schemas.microsoft.com/office/powerpoint/2010/main" val="278877729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7464"/>
          </a:xfrm>
          <a:prstGeom prst="rect">
            <a:avLst/>
          </a:prstGeom>
        </p:spPr>
      </p:pic>
      <p:sp>
        <p:nvSpPr>
          <p:cNvPr id="4" name="Rectangle 3">
            <a:extLst>
              <a:ext uri="{FF2B5EF4-FFF2-40B4-BE49-F238E27FC236}">
                <a16:creationId xmlns:a16="http://schemas.microsoft.com/office/drawing/2014/main" id="{FB58CAA3-067D-4AB0-8D9F-73D3A00CB151}"/>
              </a:ext>
            </a:extLst>
          </p:cNvPr>
          <p:cNvSpPr/>
          <p:nvPr userDrawn="1"/>
        </p:nvSpPr>
        <p:spPr>
          <a:xfrm>
            <a:off x="9003763" y="1371600"/>
            <a:ext cx="3188238" cy="5486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5" name="Rectangle 4">
            <a:extLst>
              <a:ext uri="{FF2B5EF4-FFF2-40B4-BE49-F238E27FC236}">
                <a16:creationId xmlns:a16="http://schemas.microsoft.com/office/drawing/2014/main" id="{247D77BA-7F75-43F1-ABE1-9E382FBEEDD4}"/>
              </a:ext>
            </a:extLst>
          </p:cNvPr>
          <p:cNvSpPr/>
          <p:nvPr userDrawn="1"/>
        </p:nvSpPr>
        <p:spPr>
          <a:xfrm>
            <a:off x="15631" y="12700"/>
            <a:ext cx="2317031" cy="331895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pic>
        <p:nvPicPr>
          <p:cNvPr id="6" name="Picture 5">
            <a:extLst>
              <a:ext uri="{FF2B5EF4-FFF2-40B4-BE49-F238E27FC236}">
                <a16:creationId xmlns:a16="http://schemas.microsoft.com/office/drawing/2014/main" id="{F1CEC597-35AD-4ABE-9A78-8DD771535533}"/>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70724" t="19805"/>
          <a:stretch/>
        </p:blipFill>
        <p:spPr>
          <a:xfrm>
            <a:off x="10744795" y="4628272"/>
            <a:ext cx="1447205" cy="2229729"/>
          </a:xfrm>
          <a:prstGeom prst="rect">
            <a:avLst/>
          </a:prstGeom>
        </p:spPr>
      </p:pic>
      <p:pic>
        <p:nvPicPr>
          <p:cNvPr id="7" name="Picture 6">
            <a:extLst>
              <a:ext uri="{FF2B5EF4-FFF2-40B4-BE49-F238E27FC236}">
                <a16:creationId xmlns:a16="http://schemas.microsoft.com/office/drawing/2014/main" id="{E300C125-EC61-4AF3-86F4-9E6CF253E70C}"/>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r="83529" b="64507"/>
          <a:stretch/>
        </p:blipFill>
        <p:spPr>
          <a:xfrm>
            <a:off x="1" y="5262"/>
            <a:ext cx="1853626" cy="2433918"/>
          </a:xfrm>
          <a:prstGeom prst="rect">
            <a:avLst/>
          </a:prstGeom>
        </p:spPr>
      </p:pic>
      <p:pic>
        <p:nvPicPr>
          <p:cNvPr id="8" name="Picture 7">
            <a:extLst>
              <a:ext uri="{FF2B5EF4-FFF2-40B4-BE49-F238E27FC236}">
                <a16:creationId xmlns:a16="http://schemas.microsoft.com/office/drawing/2014/main" id="{ED74F0E8-0852-4724-AF72-5B10F233F642}"/>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l="55608" t="71569" r="8509" b="8236"/>
          <a:stretch/>
        </p:blipFill>
        <p:spPr>
          <a:xfrm>
            <a:off x="9216934" y="195958"/>
            <a:ext cx="2251463" cy="781823"/>
          </a:xfrm>
          <a:prstGeom prst="rect">
            <a:avLst/>
          </a:prstGeom>
        </p:spPr>
      </p:pic>
    </p:spTree>
    <p:extLst>
      <p:ext uri="{BB962C8B-B14F-4D97-AF65-F5344CB8AC3E}">
        <p14:creationId xmlns:p14="http://schemas.microsoft.com/office/powerpoint/2010/main" val="194150909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9" name="Rectangle 8"/>
          <p:cNvSpPr/>
          <p:nvPr userDrawn="1"/>
        </p:nvSpPr>
        <p:spPr>
          <a:xfrm flipV="1">
            <a:off x="17856" y="1126448"/>
            <a:ext cx="12192000" cy="571830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prstClr val="white"/>
              </a:solidFill>
            </a:endParaRPr>
          </a:p>
        </p:txBody>
      </p:sp>
      <p:sp>
        <p:nvSpPr>
          <p:cNvPr id="3" name="Hexagon 2"/>
          <p:cNvSpPr/>
          <p:nvPr userDrawn="1"/>
        </p:nvSpPr>
        <p:spPr>
          <a:xfrm>
            <a:off x="11400354" y="6324724"/>
            <a:ext cx="561055" cy="364320"/>
          </a:xfrm>
          <a:prstGeom prst="hexagon">
            <a:avLst/>
          </a:prstGeom>
          <a:solidFill>
            <a:schemeClr val="accent5">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defRPr/>
            </a:pPr>
            <a:fld id="{074DC5AA-6F99-4C51-A2A8-E6E19F6B47BD}" type="slidenum">
              <a:rPr lang="en-US" sz="1200" b="1">
                <a:solidFill>
                  <a:prstClr val="white"/>
                </a:solidFill>
              </a:rPr>
              <a:pPr algn="ctr">
                <a:defRPr/>
              </a:pPr>
              <a:t>‹#›</a:t>
            </a:fld>
            <a:endParaRPr lang="en-US" sz="1100" b="1" dirty="0">
              <a:solidFill>
                <a:prstClr val="white"/>
              </a:solidFill>
            </a:endParaRPr>
          </a:p>
        </p:txBody>
      </p:sp>
      <p:sp>
        <p:nvSpPr>
          <p:cNvPr id="6" name="Text Placeholder 5"/>
          <p:cNvSpPr>
            <a:spLocks noGrp="1"/>
          </p:cNvSpPr>
          <p:nvPr>
            <p:ph type="body" sz="quarter" idx="14" hasCustomPrompt="1"/>
          </p:nvPr>
        </p:nvSpPr>
        <p:spPr>
          <a:xfrm>
            <a:off x="203201" y="6354484"/>
            <a:ext cx="10966556" cy="334560"/>
          </a:xfrm>
        </p:spPr>
        <p:txBody>
          <a:bodyPr anchor="ctr">
            <a:normAutofit/>
          </a:bodyPr>
          <a:lstStyle>
            <a:lvl1pPr marL="0" indent="0">
              <a:buNone/>
              <a:defRPr sz="1100"/>
            </a:lvl1pPr>
            <a:lvl2pPr marL="457200" indent="0">
              <a:buNone/>
              <a:defRPr/>
            </a:lvl2pPr>
            <a:lvl3pPr marL="914400" indent="0">
              <a:buNone/>
              <a:defRPr/>
            </a:lvl3pPr>
            <a:lvl4pPr marL="1371600" indent="0">
              <a:buNone/>
              <a:defRPr/>
            </a:lvl4pPr>
            <a:lvl5pPr marL="1828800" indent="0">
              <a:buNone/>
              <a:defRPr/>
            </a:lvl5pPr>
          </a:lstStyle>
          <a:p>
            <a:pPr lvl="0"/>
            <a:r>
              <a:rPr lang="id-ID" dirty="0"/>
              <a:t>Source:</a:t>
            </a:r>
            <a:endParaRPr lang="en-US" dirty="0"/>
          </a:p>
        </p:txBody>
      </p:sp>
      <p:sp>
        <p:nvSpPr>
          <p:cNvPr id="7" name="Rectangle 6"/>
          <p:cNvSpPr/>
          <p:nvPr userDrawn="1"/>
        </p:nvSpPr>
        <p:spPr>
          <a:xfrm>
            <a:off x="-873455" y="696037"/>
            <a:ext cx="604700" cy="342439"/>
          </a:xfrm>
          <a:prstGeom prst="rect">
            <a:avLst/>
          </a:prstGeom>
          <a:solidFill>
            <a:srgbClr val="FAA2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8" name="Rectangle 7"/>
          <p:cNvSpPr/>
          <p:nvPr userDrawn="1"/>
        </p:nvSpPr>
        <p:spPr>
          <a:xfrm>
            <a:off x="-873455" y="1080665"/>
            <a:ext cx="604700" cy="342439"/>
          </a:xfrm>
          <a:prstGeom prst="rect">
            <a:avLst/>
          </a:prstGeom>
          <a:solidFill>
            <a:srgbClr val="1F2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11" name="Rectangle 10"/>
          <p:cNvSpPr/>
          <p:nvPr userDrawn="1"/>
        </p:nvSpPr>
        <p:spPr>
          <a:xfrm>
            <a:off x="-873455" y="1465293"/>
            <a:ext cx="604700" cy="342439"/>
          </a:xfrm>
          <a:prstGeom prst="rect">
            <a:avLst/>
          </a:prstGeom>
          <a:solidFill>
            <a:srgbClr val="3538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12" name="Rectangle 11"/>
          <p:cNvSpPr/>
          <p:nvPr userDrawn="1"/>
        </p:nvSpPr>
        <p:spPr>
          <a:xfrm>
            <a:off x="-873456" y="1849921"/>
            <a:ext cx="604700" cy="342439"/>
          </a:xfrm>
          <a:prstGeom prst="rect">
            <a:avLst/>
          </a:prstGeom>
          <a:solidFill>
            <a:srgbClr val="B1BC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13" name="Rectangle 12"/>
          <p:cNvSpPr/>
          <p:nvPr userDrawn="1"/>
        </p:nvSpPr>
        <p:spPr>
          <a:xfrm>
            <a:off x="-873458" y="2234549"/>
            <a:ext cx="604700" cy="342439"/>
          </a:xfrm>
          <a:prstGeom prst="rect">
            <a:avLst/>
          </a:prstGeom>
          <a:solidFill>
            <a:srgbClr val="C7C4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14" name="Rectangle 13"/>
          <p:cNvSpPr/>
          <p:nvPr userDrawn="1"/>
        </p:nvSpPr>
        <p:spPr>
          <a:xfrm>
            <a:off x="-873459" y="311408"/>
            <a:ext cx="604700" cy="342439"/>
          </a:xfrm>
          <a:prstGeom prst="rect">
            <a:avLst/>
          </a:prstGeom>
          <a:solidFill>
            <a:srgbClr val="CC86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pic>
        <p:nvPicPr>
          <p:cNvPr id="16" name="Picture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6"/>
            <a:ext cx="12209856" cy="6857464"/>
          </a:xfrm>
          <a:prstGeom prst="rect">
            <a:avLst/>
          </a:prstGeom>
          <a:solidFill>
            <a:schemeClr val="tx2">
              <a:lumMod val="95000"/>
            </a:schemeClr>
          </a:solidFill>
        </p:spPr>
      </p:pic>
    </p:spTree>
    <p:extLst>
      <p:ext uri="{BB962C8B-B14F-4D97-AF65-F5344CB8AC3E}">
        <p14:creationId xmlns:p14="http://schemas.microsoft.com/office/powerpoint/2010/main" val="5416109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Rectangle 4"/>
          <p:cNvSpPr/>
          <p:nvPr userDrawn="1"/>
        </p:nvSpPr>
        <p:spPr>
          <a:xfrm>
            <a:off x="0" y="0"/>
            <a:ext cx="12330638" cy="6858000"/>
          </a:xfrm>
          <a:prstGeom prst="rect">
            <a:avLst/>
          </a:prstGeom>
          <a:solidFill>
            <a:srgbClr val="D18C43"/>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id-ID" sz="1800">
              <a:solidFill>
                <a:srgbClr val="FFFFFF"/>
              </a:solidFill>
            </a:endParaRPr>
          </a:p>
        </p:txBody>
      </p:sp>
      <p:sp>
        <p:nvSpPr>
          <p:cNvPr id="4" name="Rectangle 3"/>
          <p:cNvSpPr/>
          <p:nvPr userDrawn="1"/>
        </p:nvSpPr>
        <p:spPr>
          <a:xfrm>
            <a:off x="-873455" y="696037"/>
            <a:ext cx="604700" cy="342439"/>
          </a:xfrm>
          <a:prstGeom prst="rect">
            <a:avLst/>
          </a:prstGeom>
          <a:solidFill>
            <a:srgbClr val="E594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6" name="Rectangle 5"/>
          <p:cNvSpPr/>
          <p:nvPr userDrawn="1"/>
        </p:nvSpPr>
        <p:spPr>
          <a:xfrm>
            <a:off x="-873455" y="1080665"/>
            <a:ext cx="604700" cy="342439"/>
          </a:xfrm>
          <a:prstGeom prst="rect">
            <a:avLst/>
          </a:prstGeom>
          <a:solidFill>
            <a:srgbClr val="EAA8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7" name="Rectangle 6"/>
          <p:cNvSpPr/>
          <p:nvPr userDrawn="1"/>
        </p:nvSpPr>
        <p:spPr>
          <a:xfrm>
            <a:off x="-873455" y="1465293"/>
            <a:ext cx="604700" cy="342439"/>
          </a:xfrm>
          <a:prstGeom prst="rect">
            <a:avLst/>
          </a:prstGeom>
          <a:solidFill>
            <a:srgbClr val="F0C0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8" name="Rectangle 7"/>
          <p:cNvSpPr/>
          <p:nvPr userDrawn="1"/>
        </p:nvSpPr>
        <p:spPr>
          <a:xfrm>
            <a:off x="-873456" y="1849921"/>
            <a:ext cx="604700" cy="342439"/>
          </a:xfrm>
          <a:prstGeom prst="rect">
            <a:avLst/>
          </a:prstGeom>
          <a:solidFill>
            <a:srgbClr val="F5E9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9" name="Rectangle 8"/>
          <p:cNvSpPr/>
          <p:nvPr userDrawn="1"/>
        </p:nvSpPr>
        <p:spPr>
          <a:xfrm>
            <a:off x="-873458" y="2234549"/>
            <a:ext cx="604700" cy="342439"/>
          </a:xfrm>
          <a:prstGeom prst="rect">
            <a:avLst/>
          </a:prstGeom>
          <a:solidFill>
            <a:srgbClr val="F8EF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10" name="Rectangle 9"/>
          <p:cNvSpPr/>
          <p:nvPr userDrawn="1"/>
        </p:nvSpPr>
        <p:spPr>
          <a:xfrm>
            <a:off x="-873459" y="311408"/>
            <a:ext cx="604700" cy="342439"/>
          </a:xfrm>
          <a:prstGeom prst="rect">
            <a:avLst/>
          </a:prstGeom>
          <a:solidFill>
            <a:srgbClr val="E28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Tree>
    <p:extLst>
      <p:ext uri="{BB962C8B-B14F-4D97-AF65-F5344CB8AC3E}">
        <p14:creationId xmlns:p14="http://schemas.microsoft.com/office/powerpoint/2010/main" val="304098703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cSld name="3_Title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7464"/>
          </a:xfrm>
          <a:prstGeom prst="rect">
            <a:avLst/>
          </a:prstGeom>
        </p:spPr>
      </p:pic>
      <p:sp>
        <p:nvSpPr>
          <p:cNvPr id="2" name="Title 1"/>
          <p:cNvSpPr>
            <a:spLocks noGrp="1"/>
          </p:cNvSpPr>
          <p:nvPr>
            <p:ph type="ctrTitle" hasCustomPrompt="1"/>
          </p:nvPr>
        </p:nvSpPr>
        <p:spPr>
          <a:xfrm>
            <a:off x="917905" y="1072056"/>
            <a:ext cx="8184054" cy="2437908"/>
          </a:xfrm>
        </p:spPr>
        <p:txBody>
          <a:bodyPr anchor="b">
            <a:noAutofit/>
          </a:bodyPr>
          <a:lstStyle>
            <a:lvl1pPr algn="l">
              <a:defRPr sz="3600" b="1" i="0">
                <a:solidFill>
                  <a:srgbClr val="F9A11E"/>
                </a:solidFill>
                <a:latin typeface="Trebuchet MS" charset="0"/>
                <a:ea typeface="Trebuchet MS" charset="0"/>
                <a:cs typeface="Trebuchet MS" charset="0"/>
              </a:defRPr>
            </a:lvl1pPr>
          </a:lstStyle>
          <a:p>
            <a:r>
              <a:rPr lang="en-US" dirty="0"/>
              <a:t>CLICK TO EDIT</a:t>
            </a:r>
            <a:br>
              <a:rPr lang="en-US" dirty="0"/>
            </a:br>
            <a:r>
              <a:rPr lang="en-US" dirty="0"/>
              <a:t>MASTER TITLE STYLE</a:t>
            </a:r>
          </a:p>
        </p:txBody>
      </p:sp>
      <p:sp>
        <p:nvSpPr>
          <p:cNvPr id="3" name="Subtitle 2"/>
          <p:cNvSpPr>
            <a:spLocks noGrp="1"/>
          </p:cNvSpPr>
          <p:nvPr>
            <p:ph type="subTitle" idx="1"/>
          </p:nvPr>
        </p:nvSpPr>
        <p:spPr>
          <a:xfrm>
            <a:off x="917904" y="3596785"/>
            <a:ext cx="8184054" cy="2252223"/>
          </a:xfrm>
        </p:spPr>
        <p:txBody>
          <a:bodyPr>
            <a:normAutofit/>
          </a:bodyPr>
          <a:lstStyle>
            <a:lvl1pPr marL="0" indent="0" algn="l">
              <a:buNone/>
              <a:defRPr sz="1800">
                <a:solidFill>
                  <a:schemeClr val="bg2">
                    <a:lumMod val="25000"/>
                  </a:schemeClr>
                </a:solidFill>
                <a:latin typeface="Century Gothic" charset="0"/>
                <a:ea typeface="Century Gothic" charset="0"/>
                <a:cs typeface="Century Gothic"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5" name="Picture 4">
            <a:extLst>
              <a:ext uri="{FF2B5EF4-FFF2-40B4-BE49-F238E27FC236}">
                <a16:creationId xmlns:a16="http://schemas.microsoft.com/office/drawing/2014/main" id="{F65132E7-F547-4D1D-A3C4-CD5EC497E21F}"/>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55608" t="71569" r="8509" b="8236"/>
          <a:stretch/>
        </p:blipFill>
        <p:spPr>
          <a:xfrm>
            <a:off x="8399056" y="77553"/>
            <a:ext cx="3296367" cy="1144668"/>
          </a:xfrm>
          <a:prstGeom prst="rect">
            <a:avLst/>
          </a:prstGeom>
        </p:spPr>
      </p:pic>
    </p:spTree>
    <p:extLst>
      <p:ext uri="{BB962C8B-B14F-4D97-AF65-F5344CB8AC3E}">
        <p14:creationId xmlns:p14="http://schemas.microsoft.com/office/powerpoint/2010/main" val="17410228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7464"/>
          </a:xfrm>
          <a:prstGeom prst="rect">
            <a:avLst/>
          </a:prstGeom>
        </p:spPr>
      </p:pic>
      <p:pic>
        <p:nvPicPr>
          <p:cNvPr id="9" name="Picture 8">
            <a:extLst>
              <a:ext uri="{FF2B5EF4-FFF2-40B4-BE49-F238E27FC236}">
                <a16:creationId xmlns:a16="http://schemas.microsoft.com/office/drawing/2014/main" id="{ED74F0E8-0852-4724-AF72-5B10F233F642}"/>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55608" t="71569" r="8509" b="8236"/>
          <a:stretch/>
        </p:blipFill>
        <p:spPr>
          <a:xfrm>
            <a:off x="9216934" y="195958"/>
            <a:ext cx="2251463" cy="781823"/>
          </a:xfrm>
          <a:prstGeom prst="rect">
            <a:avLst/>
          </a:prstGeom>
        </p:spPr>
      </p:pic>
      <p:sp>
        <p:nvSpPr>
          <p:cNvPr id="11" name="Title 10"/>
          <p:cNvSpPr>
            <a:spLocks noGrp="1"/>
          </p:cNvSpPr>
          <p:nvPr>
            <p:ph type="title" hasCustomPrompt="1"/>
          </p:nvPr>
        </p:nvSpPr>
        <p:spPr>
          <a:xfrm>
            <a:off x="495598" y="2857232"/>
            <a:ext cx="10972800" cy="1143000"/>
          </a:xfrm>
        </p:spPr>
        <p:txBody>
          <a:bodyPr/>
          <a:lstStyle>
            <a:lvl1pPr>
              <a:defRPr/>
            </a:lvl1pPr>
          </a:lstStyle>
          <a:p>
            <a:r>
              <a:rPr lang="en-US" dirty="0"/>
              <a:t>Sub title</a:t>
            </a:r>
          </a:p>
        </p:txBody>
      </p:sp>
    </p:spTree>
    <p:extLst>
      <p:ext uri="{BB962C8B-B14F-4D97-AF65-F5344CB8AC3E}">
        <p14:creationId xmlns:p14="http://schemas.microsoft.com/office/powerpoint/2010/main" val="11437699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63F94002-D9BB-469E-B0B3-64DA64921390}" type="slidenum">
              <a:rPr lang="en-US"/>
              <a:pPr>
                <a:defRPr/>
              </a:pPr>
              <a:t>‹#›</a:t>
            </a:fld>
            <a:endParaRPr lang="en-US"/>
          </a:p>
        </p:txBody>
      </p:sp>
    </p:spTree>
    <p:extLst>
      <p:ext uri="{BB962C8B-B14F-4D97-AF65-F5344CB8AC3E}">
        <p14:creationId xmlns:p14="http://schemas.microsoft.com/office/powerpoint/2010/main" val="333981726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cSld name="Title and Conten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0"/>
            <a:ext cx="10058400" cy="762000"/>
          </a:xfrm>
        </p:spPr>
        <p:txBody>
          <a:bodyPr>
            <a:noAutofit/>
          </a:bodyPr>
          <a:lstStyle>
            <a:lvl1pPr>
              <a:defRPr sz="2600">
                <a:solidFill>
                  <a:schemeClr val="bg1"/>
                </a:solidFill>
              </a:defRPr>
            </a:lvl1pPr>
          </a:lstStyle>
          <a:p>
            <a:r>
              <a:rPr lang="en-US" dirty="0"/>
              <a:t>Slide title: can span two lines of the slide and uses this font color (26pt) </a:t>
            </a:r>
            <a:endParaRPr lang="en-GB" dirty="0"/>
          </a:p>
        </p:txBody>
      </p:sp>
      <p:sp>
        <p:nvSpPr>
          <p:cNvPr id="3" name="Content Placeholder 2"/>
          <p:cNvSpPr>
            <a:spLocks noGrp="1"/>
          </p:cNvSpPr>
          <p:nvPr>
            <p:ph idx="1" hasCustomPrompt="1"/>
          </p:nvPr>
        </p:nvSpPr>
        <p:spPr>
          <a:xfrm>
            <a:off x="609600" y="1468424"/>
            <a:ext cx="10972800" cy="4525963"/>
          </a:xfrm>
        </p:spPr>
        <p:txBody>
          <a:bodyPr/>
          <a:lstStyle>
            <a:lvl1pPr>
              <a:defRPr/>
            </a:lvl1pPr>
            <a:lvl2pPr>
              <a:defRPr/>
            </a:lvl2pPr>
            <a:lvl3pPr>
              <a:defRPr/>
            </a:lvl3pPr>
            <a:lvl4pPr>
              <a:defRPr baseline="0"/>
            </a:lvl4pPr>
            <a:lvl5pPr>
              <a:defRPr/>
            </a:lvl5pPr>
          </a:lstStyle>
          <a:p>
            <a:pPr lvl="0"/>
            <a:r>
              <a:rPr lang="en-US" dirty="0"/>
              <a:t>Slide copy uses this color (26pt)</a:t>
            </a:r>
          </a:p>
          <a:p>
            <a:pPr lvl="1"/>
            <a:r>
              <a:rPr lang="en-US" dirty="0"/>
              <a:t>Bullet point level 1 (26pt)</a:t>
            </a:r>
          </a:p>
          <a:p>
            <a:pPr lvl="2"/>
            <a:r>
              <a:rPr lang="en-US" dirty="0"/>
              <a:t>Bullet point level 2 (24pt)</a:t>
            </a:r>
          </a:p>
          <a:p>
            <a:pPr lvl="3"/>
            <a:r>
              <a:rPr lang="en-US" dirty="0"/>
              <a:t>Bullet point level 3 (22pt)</a:t>
            </a:r>
          </a:p>
          <a:p>
            <a:pPr lvl="4"/>
            <a:r>
              <a:rPr lang="en-US" dirty="0"/>
              <a:t>Bullet point level 4 (20pt)</a:t>
            </a:r>
            <a:endParaRPr lang="en-GB" dirty="0"/>
          </a:p>
        </p:txBody>
      </p:sp>
    </p:spTree>
    <p:extLst>
      <p:ext uri="{BB962C8B-B14F-4D97-AF65-F5344CB8AC3E}">
        <p14:creationId xmlns:p14="http://schemas.microsoft.com/office/powerpoint/2010/main" val="1677321532"/>
      </p:ext>
    </p:extLst>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Slide Number Placeholder 2"/>
          <p:cNvSpPr>
            <a:spLocks noGrp="1"/>
          </p:cNvSpPr>
          <p:nvPr>
            <p:ph type="sldNum" sz="quarter" idx="10"/>
          </p:nvPr>
        </p:nvSpPr>
        <p:spPr/>
        <p:txBody>
          <a:bodyPr/>
          <a:lstStyle>
            <a:lvl1pPr>
              <a:defRPr/>
            </a:lvl1pPr>
          </a:lstStyle>
          <a:p>
            <a:pPr>
              <a:defRPr/>
            </a:pPr>
            <a:fld id="{4C7CC82A-F33B-4A8D-88CB-433B79067302}" type="slidenum">
              <a:rPr lang="en-US"/>
              <a:pPr>
                <a:defRPr/>
              </a:pPr>
              <a:t>‹#›</a:t>
            </a:fld>
            <a:endParaRPr lang="en-US"/>
          </a:p>
        </p:txBody>
      </p:sp>
      <p:sp>
        <p:nvSpPr>
          <p:cNvPr id="4" name="Footer Placeholder 3"/>
          <p:cNvSpPr>
            <a:spLocks noGrp="1"/>
          </p:cNvSpPr>
          <p:nvPr>
            <p:ph type="ftr" sz="quarter" idx="11"/>
          </p:nvPr>
        </p:nvSpPr>
        <p:spPr>
          <a:xfrm>
            <a:off x="215900" y="6324600"/>
            <a:ext cx="9465733" cy="457200"/>
          </a:xfrm>
          <a:prstGeom prst="rect">
            <a:avLst/>
          </a:prstGeom>
        </p:spPr>
        <p:txBody>
          <a:bodyPr/>
          <a:lstStyle>
            <a:lvl1pPr>
              <a:defRPr/>
            </a:lvl1pPr>
          </a:lstStyle>
          <a:p>
            <a:r>
              <a:rPr lang="en-US"/>
              <a:t>Copyright © 2009 Accenture All Rights Reserved.Copyright © 2009 Accenture All Rights Reserved.</a:t>
            </a:r>
          </a:p>
        </p:txBody>
      </p:sp>
    </p:spTree>
    <p:extLst>
      <p:ext uri="{BB962C8B-B14F-4D97-AF65-F5344CB8AC3E}">
        <p14:creationId xmlns:p14="http://schemas.microsoft.com/office/powerpoint/2010/main" val="93983598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380D5D6-4A37-4AC0-AEA3-7EB41A4064C2}" type="datetimeFigureOut">
              <a:rPr lang="en-US" smtClean="0"/>
              <a:t>9/17/2021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AC5F32-EB1A-4C6A-B6DB-A2E103CAAEEE}" type="slidenum">
              <a:rPr lang="en-US" smtClean="0"/>
              <a:t>‹#›</a:t>
            </a:fld>
            <a:endParaRPr lang="en-US"/>
          </a:p>
        </p:txBody>
      </p:sp>
    </p:spTree>
    <p:extLst>
      <p:ext uri="{BB962C8B-B14F-4D97-AF65-F5344CB8AC3E}">
        <p14:creationId xmlns:p14="http://schemas.microsoft.com/office/powerpoint/2010/main" val="337601206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380D5D6-4A37-4AC0-AEA3-7EB41A4064C2}" type="datetimeFigureOut">
              <a:rPr lang="en-US" smtClean="0"/>
              <a:t>9/17/2021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AC5F32-EB1A-4C6A-B6DB-A2E103CAAEEE}" type="slidenum">
              <a:rPr lang="en-US" smtClean="0"/>
              <a:t>‹#›</a:t>
            </a:fld>
            <a:endParaRPr lang="en-US"/>
          </a:p>
        </p:txBody>
      </p:sp>
    </p:spTree>
    <p:extLst>
      <p:ext uri="{BB962C8B-B14F-4D97-AF65-F5344CB8AC3E}">
        <p14:creationId xmlns:p14="http://schemas.microsoft.com/office/powerpoint/2010/main" val="322445666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80D5D6-4A37-4AC0-AEA3-7EB41A4064C2}" type="datetimeFigureOut">
              <a:rPr lang="en-US" smtClean="0"/>
              <a:t>9/17/2021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AC5F32-EB1A-4C6A-B6DB-A2E103CAAEEE}" type="slidenum">
              <a:rPr lang="en-US" smtClean="0"/>
              <a:t>‹#›</a:t>
            </a:fld>
            <a:endParaRPr lang="en-US"/>
          </a:p>
        </p:txBody>
      </p:sp>
    </p:spTree>
    <p:extLst>
      <p:ext uri="{BB962C8B-B14F-4D97-AF65-F5344CB8AC3E}">
        <p14:creationId xmlns:p14="http://schemas.microsoft.com/office/powerpoint/2010/main" val="42181258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380D5D6-4A37-4AC0-AEA3-7EB41A4064C2}" type="datetimeFigureOut">
              <a:rPr lang="en-US" smtClean="0"/>
              <a:t>9/17/2021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AC5F32-EB1A-4C6A-B6DB-A2E103CAAEEE}" type="slidenum">
              <a:rPr lang="en-US" smtClean="0"/>
              <a:t>‹#›</a:t>
            </a:fld>
            <a:endParaRPr lang="en-US"/>
          </a:p>
        </p:txBody>
      </p:sp>
    </p:spTree>
    <p:extLst>
      <p:ext uri="{BB962C8B-B14F-4D97-AF65-F5344CB8AC3E}">
        <p14:creationId xmlns:p14="http://schemas.microsoft.com/office/powerpoint/2010/main" val="368922312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380D5D6-4A37-4AC0-AEA3-7EB41A4064C2}" type="datetimeFigureOut">
              <a:rPr lang="en-US" smtClean="0"/>
              <a:t>9/17/2021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0AC5F32-EB1A-4C6A-B6DB-A2E103CAAEEE}" type="slidenum">
              <a:rPr lang="en-US" smtClean="0"/>
              <a:t>‹#›</a:t>
            </a:fld>
            <a:endParaRPr lang="en-US"/>
          </a:p>
        </p:txBody>
      </p:sp>
    </p:spTree>
    <p:extLst>
      <p:ext uri="{BB962C8B-B14F-4D97-AF65-F5344CB8AC3E}">
        <p14:creationId xmlns:p14="http://schemas.microsoft.com/office/powerpoint/2010/main" val="279956653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380D5D6-4A37-4AC0-AEA3-7EB41A4064C2}" type="datetimeFigureOut">
              <a:rPr lang="en-US" smtClean="0"/>
              <a:t>9/17/2021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0AC5F32-EB1A-4C6A-B6DB-A2E103CAAEEE}" type="slidenum">
              <a:rPr lang="en-US" smtClean="0"/>
              <a:t>‹#›</a:t>
            </a:fld>
            <a:endParaRPr lang="en-US"/>
          </a:p>
        </p:txBody>
      </p:sp>
    </p:spTree>
    <p:extLst>
      <p:ext uri="{BB962C8B-B14F-4D97-AF65-F5344CB8AC3E}">
        <p14:creationId xmlns:p14="http://schemas.microsoft.com/office/powerpoint/2010/main" val="21128263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80D5D6-4A37-4AC0-AEA3-7EB41A4064C2}" type="datetimeFigureOut">
              <a:rPr lang="en-US" smtClean="0"/>
              <a:t>9/17/2021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0AC5F32-EB1A-4C6A-B6DB-A2E103CAAEEE}" type="slidenum">
              <a:rPr lang="en-US" smtClean="0"/>
              <a:t>‹#›</a:t>
            </a:fld>
            <a:endParaRPr lang="en-US"/>
          </a:p>
        </p:txBody>
      </p:sp>
    </p:spTree>
    <p:extLst>
      <p:ext uri="{BB962C8B-B14F-4D97-AF65-F5344CB8AC3E}">
        <p14:creationId xmlns:p14="http://schemas.microsoft.com/office/powerpoint/2010/main" val="195527052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380D5D6-4A37-4AC0-AEA3-7EB41A4064C2}" type="datetimeFigureOut">
              <a:rPr lang="en-US" smtClean="0"/>
              <a:t>9/17/2021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AC5F32-EB1A-4C6A-B6DB-A2E103CAAEEE}" type="slidenum">
              <a:rPr lang="en-US" smtClean="0"/>
              <a:t>‹#›</a:t>
            </a:fld>
            <a:endParaRPr lang="en-US"/>
          </a:p>
        </p:txBody>
      </p:sp>
    </p:spTree>
    <p:extLst>
      <p:ext uri="{BB962C8B-B14F-4D97-AF65-F5344CB8AC3E}">
        <p14:creationId xmlns:p14="http://schemas.microsoft.com/office/powerpoint/2010/main" val="348801651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380D5D6-4A37-4AC0-AEA3-7EB41A4064C2}" type="datetimeFigureOut">
              <a:rPr lang="en-US" smtClean="0"/>
              <a:t>9/17/2021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AC5F32-EB1A-4C6A-B6DB-A2E103CAAEEE}" type="slidenum">
              <a:rPr lang="en-US" smtClean="0"/>
              <a:t>‹#›</a:t>
            </a:fld>
            <a:endParaRPr lang="en-US"/>
          </a:p>
        </p:txBody>
      </p:sp>
    </p:spTree>
    <p:extLst>
      <p:ext uri="{BB962C8B-B14F-4D97-AF65-F5344CB8AC3E}">
        <p14:creationId xmlns:p14="http://schemas.microsoft.com/office/powerpoint/2010/main" val="229825371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380D5D6-4A37-4AC0-AEA3-7EB41A4064C2}" type="datetimeFigureOut">
              <a:rPr lang="en-US" smtClean="0"/>
              <a:t>9/17/2021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AC5F32-EB1A-4C6A-B6DB-A2E103CAAEEE}" type="slidenum">
              <a:rPr lang="en-US" smtClean="0"/>
              <a:t>‹#›</a:t>
            </a:fld>
            <a:endParaRPr lang="en-US"/>
          </a:p>
        </p:txBody>
      </p:sp>
    </p:spTree>
    <p:extLst>
      <p:ext uri="{BB962C8B-B14F-4D97-AF65-F5344CB8AC3E}">
        <p14:creationId xmlns:p14="http://schemas.microsoft.com/office/powerpoint/2010/main" val="131805379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380D5D6-4A37-4AC0-AEA3-7EB41A4064C2}" type="datetimeFigureOut">
              <a:rPr lang="en-US" smtClean="0"/>
              <a:t>9/17/2021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AC5F32-EB1A-4C6A-B6DB-A2E103CAAEEE}" type="slidenum">
              <a:rPr lang="en-US" smtClean="0"/>
              <a:t>‹#›</a:t>
            </a:fld>
            <a:endParaRPr lang="en-US"/>
          </a:p>
        </p:txBody>
      </p:sp>
    </p:spTree>
    <p:extLst>
      <p:ext uri="{BB962C8B-B14F-4D97-AF65-F5344CB8AC3E}">
        <p14:creationId xmlns:p14="http://schemas.microsoft.com/office/powerpoint/2010/main" val="122136158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701461" y="60610"/>
            <a:ext cx="11234711" cy="472790"/>
          </a:xfrm>
        </p:spPr>
        <p:txBody>
          <a:bodyPr anchor="ctr">
            <a:noAutofit/>
          </a:bodyPr>
          <a:lstStyle>
            <a:lvl1pPr marL="0" indent="0">
              <a:buNone/>
              <a:defRPr sz="2200" b="1" baseline="0">
                <a:solidFill>
                  <a:srgbClr val="1F2020"/>
                </a:solidFill>
                <a:latin typeface="+mj-lt"/>
                <a:cs typeface="Helvetica"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id-ID" dirty="0"/>
              <a:t>SLIDE TITLE</a:t>
            </a:r>
            <a:endParaRPr lang="en-US" dirty="0"/>
          </a:p>
        </p:txBody>
      </p:sp>
      <p:sp>
        <p:nvSpPr>
          <p:cNvPr id="8" name="Text Placeholder 3"/>
          <p:cNvSpPr>
            <a:spLocks noGrp="1"/>
          </p:cNvSpPr>
          <p:nvPr>
            <p:ph type="body" sz="quarter" idx="15" hasCustomPrompt="1"/>
          </p:nvPr>
        </p:nvSpPr>
        <p:spPr>
          <a:xfrm>
            <a:off x="701461" y="527597"/>
            <a:ext cx="11234711" cy="582644"/>
          </a:xfrm>
        </p:spPr>
        <p:txBody>
          <a:bodyPr anchor="ctr">
            <a:normAutofit/>
          </a:bodyPr>
          <a:lstStyle>
            <a:lvl1pPr marL="0" indent="0">
              <a:lnSpc>
                <a:spcPct val="80000"/>
              </a:lnSpc>
              <a:spcBef>
                <a:spcPts val="0"/>
              </a:spcBef>
              <a:buNone/>
              <a:defRPr sz="1600" baseline="0">
                <a:solidFill>
                  <a:srgbClr val="353837"/>
                </a:solidFill>
                <a:latin typeface="+mj-lt"/>
                <a:cs typeface="Helvetica"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id-ID" dirty="0"/>
              <a:t>Headline tells the story</a:t>
            </a:r>
            <a:endParaRPr lang="en-US" dirty="0"/>
          </a:p>
        </p:txBody>
      </p:sp>
      <p:sp>
        <p:nvSpPr>
          <p:cNvPr id="12" name="Rectangle 11"/>
          <p:cNvSpPr/>
          <p:nvPr userDrawn="1"/>
        </p:nvSpPr>
        <p:spPr>
          <a:xfrm>
            <a:off x="-880151" y="2244332"/>
            <a:ext cx="604700" cy="342439"/>
          </a:xfrm>
          <a:prstGeom prst="rect">
            <a:avLst/>
          </a:prstGeom>
          <a:solidFill>
            <a:srgbClr val="1F2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13" name="Rectangle 12"/>
          <p:cNvSpPr/>
          <p:nvPr userDrawn="1"/>
        </p:nvSpPr>
        <p:spPr>
          <a:xfrm>
            <a:off x="-880151" y="2628960"/>
            <a:ext cx="604700" cy="342439"/>
          </a:xfrm>
          <a:prstGeom prst="rect">
            <a:avLst/>
          </a:prstGeom>
          <a:solidFill>
            <a:srgbClr val="5859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14" name="Rectangle 13"/>
          <p:cNvSpPr/>
          <p:nvPr userDrawn="1"/>
        </p:nvSpPr>
        <p:spPr>
          <a:xfrm>
            <a:off x="-880151" y="3027236"/>
            <a:ext cx="604700" cy="342439"/>
          </a:xfrm>
          <a:prstGeom prst="rect">
            <a:avLst/>
          </a:prstGeom>
          <a:solidFill>
            <a:schemeClr val="tx2">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15" name="Rectangle 14"/>
          <p:cNvSpPr/>
          <p:nvPr userDrawn="1"/>
        </p:nvSpPr>
        <p:spPr>
          <a:xfrm>
            <a:off x="-880151" y="3411864"/>
            <a:ext cx="604700" cy="34243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43" name="Rectangle 42"/>
          <p:cNvSpPr/>
          <p:nvPr userDrawn="1"/>
        </p:nvSpPr>
        <p:spPr>
          <a:xfrm>
            <a:off x="-880151" y="3798370"/>
            <a:ext cx="604700" cy="342439"/>
          </a:xfrm>
          <a:prstGeom prst="rect">
            <a:avLst/>
          </a:prstGeom>
          <a:solidFill>
            <a:srgbClr val="DBD9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23" name="Rectangle 22"/>
          <p:cNvSpPr/>
          <p:nvPr userDrawn="1"/>
        </p:nvSpPr>
        <p:spPr bwMode="auto">
          <a:xfrm>
            <a:off x="64767" y="6576296"/>
            <a:ext cx="682286" cy="215444"/>
          </a:xfrm>
          <a:prstGeom prst="rect">
            <a:avLst/>
          </a:prstGeom>
          <a:noFill/>
        </p:spPr>
        <p:txBody>
          <a:bodyPr wrap="square" anchor="ctr">
            <a:spAutoFit/>
          </a:bodyPr>
          <a:lstStyle/>
          <a:p>
            <a:pPr algn="l" fontAlgn="auto">
              <a:spcBef>
                <a:spcPts val="0"/>
              </a:spcBef>
              <a:spcAft>
                <a:spcPts val="0"/>
              </a:spcAft>
              <a:defRPr/>
            </a:pPr>
            <a:r>
              <a:rPr kumimoji="0" lang="fr-FR" sz="800" dirty="0">
                <a:solidFill>
                  <a:schemeClr val="bg1">
                    <a:lumMod val="50000"/>
                  </a:schemeClr>
                </a:solidFill>
                <a:latin typeface="+mn-lt"/>
                <a:ea typeface="Geneva" pitchFamily="-107" charset="-70"/>
                <a:cs typeface="Futura"/>
              </a:rPr>
              <a:t>©201</a:t>
            </a:r>
            <a:r>
              <a:rPr kumimoji="0" lang="id-ID" sz="800" dirty="0">
                <a:solidFill>
                  <a:schemeClr val="bg1">
                    <a:lumMod val="50000"/>
                  </a:schemeClr>
                </a:solidFill>
                <a:latin typeface="+mn-lt"/>
                <a:ea typeface="Geneva" pitchFamily="-107" charset="-70"/>
                <a:cs typeface="Futura"/>
              </a:rPr>
              <a:t>8</a:t>
            </a:r>
            <a:endParaRPr kumimoji="0" lang="en-US" sz="800" dirty="0">
              <a:solidFill>
                <a:schemeClr val="bg1">
                  <a:lumMod val="50000"/>
                </a:schemeClr>
              </a:solidFill>
              <a:latin typeface="+mn-lt"/>
              <a:ea typeface="Geneva" pitchFamily="-107" charset="-70"/>
              <a:cs typeface="Futura"/>
            </a:endParaRPr>
          </a:p>
        </p:txBody>
      </p:sp>
      <p:cxnSp>
        <p:nvCxnSpPr>
          <p:cNvPr id="21" name="Straight Connector 20"/>
          <p:cNvCxnSpPr/>
          <p:nvPr userDrawn="1"/>
        </p:nvCxnSpPr>
        <p:spPr>
          <a:xfrm>
            <a:off x="717928" y="527597"/>
            <a:ext cx="11218244" cy="0"/>
          </a:xfrm>
          <a:prstGeom prst="line">
            <a:avLst/>
          </a:prstGeom>
          <a:ln w="19050">
            <a:solidFill>
              <a:srgbClr val="D08D3F"/>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a:off x="712874" y="6677795"/>
            <a:ext cx="10757590" cy="0"/>
          </a:xfrm>
          <a:prstGeom prst="line">
            <a:avLst/>
          </a:prstGeom>
          <a:ln w="76200">
            <a:solidFill>
              <a:srgbClr val="D08D3F"/>
            </a:solidFill>
          </a:ln>
        </p:spPr>
        <p:style>
          <a:lnRef idx="1">
            <a:schemeClr val="accent1"/>
          </a:lnRef>
          <a:fillRef idx="0">
            <a:schemeClr val="accent1"/>
          </a:fillRef>
          <a:effectRef idx="0">
            <a:schemeClr val="accent1"/>
          </a:effectRef>
          <a:fontRef idx="minor">
            <a:schemeClr val="tx1"/>
          </a:fontRef>
        </p:style>
      </p:cxnSp>
      <p:sp>
        <p:nvSpPr>
          <p:cNvPr id="25" name="Rectangle 24"/>
          <p:cNvSpPr/>
          <p:nvPr userDrawn="1"/>
        </p:nvSpPr>
        <p:spPr>
          <a:xfrm>
            <a:off x="11551647" y="6532268"/>
            <a:ext cx="338554" cy="246221"/>
          </a:xfrm>
          <a:prstGeom prst="rect">
            <a:avLst/>
          </a:prstGeom>
        </p:spPr>
        <p:txBody>
          <a:bodyPr wrap="none">
            <a:spAutoFit/>
          </a:bodyPr>
          <a:lstStyle/>
          <a:p>
            <a:pPr algn="ctr">
              <a:defRPr/>
            </a:pPr>
            <a:fld id="{074DC5AA-6F99-4C51-A2A8-E6E19F6B47BD}" type="slidenum">
              <a:rPr lang="en-US" sz="1000" b="1" smtClean="0">
                <a:solidFill>
                  <a:srgbClr val="1F2020"/>
                </a:solidFill>
              </a:rPr>
              <a:pPr algn="ctr">
                <a:defRPr/>
              </a:pPr>
              <a:t>‹#›</a:t>
            </a:fld>
            <a:endParaRPr lang="en-US" sz="1000" b="1" dirty="0">
              <a:solidFill>
                <a:srgbClr val="1F2020"/>
              </a:solidFill>
            </a:endParaRPr>
          </a:p>
        </p:txBody>
      </p:sp>
      <p:cxnSp>
        <p:nvCxnSpPr>
          <p:cNvPr id="26" name="Straight Connector 25"/>
          <p:cNvCxnSpPr/>
          <p:nvPr userDrawn="1"/>
        </p:nvCxnSpPr>
        <p:spPr>
          <a:xfrm>
            <a:off x="747092" y="6750778"/>
            <a:ext cx="10690010" cy="0"/>
          </a:xfrm>
          <a:prstGeom prst="line">
            <a:avLst/>
          </a:prstGeom>
          <a:ln>
            <a:solidFill>
              <a:srgbClr val="000000"/>
            </a:solidFill>
          </a:ln>
        </p:spPr>
        <p:style>
          <a:lnRef idx="1">
            <a:schemeClr val="dk1"/>
          </a:lnRef>
          <a:fillRef idx="0">
            <a:schemeClr val="dk1"/>
          </a:fillRef>
          <a:effectRef idx="0">
            <a:schemeClr val="dk1"/>
          </a:effectRef>
          <a:fontRef idx="minor">
            <a:schemeClr val="tx1"/>
          </a:fontRef>
        </p:style>
      </p:cxnSp>
      <p:sp>
        <p:nvSpPr>
          <p:cNvPr id="34" name="Rectangle 33"/>
          <p:cNvSpPr/>
          <p:nvPr userDrawn="1"/>
        </p:nvSpPr>
        <p:spPr>
          <a:xfrm>
            <a:off x="-873455" y="696037"/>
            <a:ext cx="604700" cy="342439"/>
          </a:xfrm>
          <a:prstGeom prst="rect">
            <a:avLst/>
          </a:prstGeom>
          <a:solidFill>
            <a:srgbClr val="E79D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35" name="Rectangle 34"/>
          <p:cNvSpPr/>
          <p:nvPr userDrawn="1"/>
        </p:nvSpPr>
        <p:spPr>
          <a:xfrm>
            <a:off x="-873455" y="1080665"/>
            <a:ext cx="604700" cy="342439"/>
          </a:xfrm>
          <a:prstGeom prst="rect">
            <a:avLst/>
          </a:prstGeom>
          <a:solidFill>
            <a:srgbClr val="EAAA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36" name="Rectangle 35"/>
          <p:cNvSpPr/>
          <p:nvPr userDrawn="1"/>
        </p:nvSpPr>
        <p:spPr>
          <a:xfrm>
            <a:off x="-873455" y="1465293"/>
            <a:ext cx="604700" cy="342439"/>
          </a:xfrm>
          <a:prstGeom prst="rect">
            <a:avLst/>
          </a:prstGeom>
          <a:solidFill>
            <a:srgbClr val="EEBC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38" name="Rectangle 37"/>
          <p:cNvSpPr/>
          <p:nvPr userDrawn="1"/>
        </p:nvSpPr>
        <p:spPr>
          <a:xfrm>
            <a:off x="-873456" y="1849921"/>
            <a:ext cx="604700" cy="342439"/>
          </a:xfrm>
          <a:prstGeom prst="rect">
            <a:avLst/>
          </a:prstGeom>
          <a:solidFill>
            <a:srgbClr val="F0C2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40" name="Rectangle 39"/>
          <p:cNvSpPr/>
          <p:nvPr userDrawn="1"/>
        </p:nvSpPr>
        <p:spPr>
          <a:xfrm>
            <a:off x="-873459" y="311408"/>
            <a:ext cx="604700" cy="342439"/>
          </a:xfrm>
          <a:prstGeom prst="rect">
            <a:avLst/>
          </a:prstGeom>
          <a:solidFill>
            <a:srgbClr val="D08D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pic>
        <p:nvPicPr>
          <p:cNvPr id="19" name="Picture 18">
            <a:extLst>
              <a:ext uri="{FF2B5EF4-FFF2-40B4-BE49-F238E27FC236}">
                <a16:creationId xmlns:a16="http://schemas.microsoft.com/office/drawing/2014/main" id="{0A6524C0-22F8-4A0C-BA89-1E23DE709DC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55608" t="71569" r="26958" b="8236"/>
          <a:stretch/>
        </p:blipFill>
        <p:spPr>
          <a:xfrm>
            <a:off x="11196737" y="262940"/>
            <a:ext cx="747120" cy="533995"/>
          </a:xfrm>
          <a:prstGeom prst="rect">
            <a:avLst/>
          </a:prstGeom>
        </p:spPr>
      </p:pic>
    </p:spTree>
    <p:extLst>
      <p:ext uri="{BB962C8B-B14F-4D97-AF65-F5344CB8AC3E}">
        <p14:creationId xmlns:p14="http://schemas.microsoft.com/office/powerpoint/2010/main" val="49924221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701461" y="60610"/>
            <a:ext cx="11234711" cy="472790"/>
          </a:xfrm>
        </p:spPr>
        <p:txBody>
          <a:bodyPr anchor="ctr">
            <a:noAutofit/>
          </a:bodyPr>
          <a:lstStyle>
            <a:lvl1pPr marL="0" indent="0">
              <a:buNone/>
              <a:defRPr sz="2200" b="1" baseline="0">
                <a:solidFill>
                  <a:srgbClr val="1F2020"/>
                </a:solidFill>
                <a:latin typeface="+mj-lt"/>
                <a:cs typeface="Helvetica"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id-ID" dirty="0"/>
              <a:t>SLIDE TITLE</a:t>
            </a:r>
            <a:endParaRPr lang="en-US" dirty="0"/>
          </a:p>
        </p:txBody>
      </p:sp>
      <p:sp>
        <p:nvSpPr>
          <p:cNvPr id="8" name="Text Placeholder 3"/>
          <p:cNvSpPr>
            <a:spLocks noGrp="1"/>
          </p:cNvSpPr>
          <p:nvPr>
            <p:ph type="body" sz="quarter" idx="15" hasCustomPrompt="1"/>
          </p:nvPr>
        </p:nvSpPr>
        <p:spPr>
          <a:xfrm>
            <a:off x="701461" y="527597"/>
            <a:ext cx="11234711" cy="582644"/>
          </a:xfrm>
        </p:spPr>
        <p:txBody>
          <a:bodyPr anchor="ctr">
            <a:normAutofit/>
          </a:bodyPr>
          <a:lstStyle>
            <a:lvl1pPr marL="0" indent="0">
              <a:lnSpc>
                <a:spcPct val="80000"/>
              </a:lnSpc>
              <a:spcBef>
                <a:spcPts val="0"/>
              </a:spcBef>
              <a:buNone/>
              <a:defRPr sz="1600" baseline="0">
                <a:solidFill>
                  <a:srgbClr val="353837"/>
                </a:solidFill>
                <a:latin typeface="+mj-lt"/>
                <a:cs typeface="Helvetica"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id-ID" dirty="0"/>
              <a:t>Headline tells the story</a:t>
            </a:r>
            <a:endParaRPr lang="en-US" dirty="0"/>
          </a:p>
        </p:txBody>
      </p:sp>
      <p:sp>
        <p:nvSpPr>
          <p:cNvPr id="12" name="Rectangle 11"/>
          <p:cNvSpPr/>
          <p:nvPr userDrawn="1"/>
        </p:nvSpPr>
        <p:spPr>
          <a:xfrm>
            <a:off x="-880151" y="2244332"/>
            <a:ext cx="604700" cy="342439"/>
          </a:xfrm>
          <a:prstGeom prst="rect">
            <a:avLst/>
          </a:prstGeom>
          <a:solidFill>
            <a:srgbClr val="1F2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13" name="Rectangle 12"/>
          <p:cNvSpPr/>
          <p:nvPr userDrawn="1"/>
        </p:nvSpPr>
        <p:spPr>
          <a:xfrm>
            <a:off x="-880151" y="2628960"/>
            <a:ext cx="604700" cy="342439"/>
          </a:xfrm>
          <a:prstGeom prst="rect">
            <a:avLst/>
          </a:prstGeom>
          <a:solidFill>
            <a:srgbClr val="5859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14" name="Rectangle 13"/>
          <p:cNvSpPr/>
          <p:nvPr userDrawn="1"/>
        </p:nvSpPr>
        <p:spPr>
          <a:xfrm>
            <a:off x="-880151" y="3027236"/>
            <a:ext cx="604700" cy="342439"/>
          </a:xfrm>
          <a:prstGeom prst="rect">
            <a:avLst/>
          </a:prstGeom>
          <a:solidFill>
            <a:schemeClr val="tx2">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15" name="Rectangle 14"/>
          <p:cNvSpPr/>
          <p:nvPr userDrawn="1"/>
        </p:nvSpPr>
        <p:spPr>
          <a:xfrm>
            <a:off x="-880151" y="3411864"/>
            <a:ext cx="604700" cy="34243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43" name="Rectangle 42"/>
          <p:cNvSpPr/>
          <p:nvPr userDrawn="1"/>
        </p:nvSpPr>
        <p:spPr>
          <a:xfrm>
            <a:off x="-880151" y="3798370"/>
            <a:ext cx="604700" cy="342439"/>
          </a:xfrm>
          <a:prstGeom prst="rect">
            <a:avLst/>
          </a:prstGeom>
          <a:solidFill>
            <a:srgbClr val="DBD9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23" name="Rectangle 22"/>
          <p:cNvSpPr/>
          <p:nvPr userDrawn="1"/>
        </p:nvSpPr>
        <p:spPr bwMode="auto">
          <a:xfrm>
            <a:off x="64767" y="6576296"/>
            <a:ext cx="682286" cy="215444"/>
          </a:xfrm>
          <a:prstGeom prst="rect">
            <a:avLst/>
          </a:prstGeom>
          <a:noFill/>
        </p:spPr>
        <p:txBody>
          <a:bodyPr wrap="square" anchor="ctr">
            <a:spAutoFit/>
          </a:bodyPr>
          <a:lstStyle/>
          <a:p>
            <a:pPr algn="l" fontAlgn="auto">
              <a:spcBef>
                <a:spcPts val="0"/>
              </a:spcBef>
              <a:spcAft>
                <a:spcPts val="0"/>
              </a:spcAft>
              <a:defRPr/>
            </a:pPr>
            <a:r>
              <a:rPr kumimoji="0" lang="fr-FR" sz="800" dirty="0">
                <a:solidFill>
                  <a:schemeClr val="bg1">
                    <a:lumMod val="50000"/>
                  </a:schemeClr>
                </a:solidFill>
                <a:latin typeface="+mn-lt"/>
                <a:ea typeface="Geneva" pitchFamily="-107" charset="-70"/>
                <a:cs typeface="Futura"/>
              </a:rPr>
              <a:t>©201</a:t>
            </a:r>
            <a:r>
              <a:rPr kumimoji="0" lang="id-ID" sz="800" dirty="0">
                <a:solidFill>
                  <a:schemeClr val="bg1">
                    <a:lumMod val="50000"/>
                  </a:schemeClr>
                </a:solidFill>
                <a:latin typeface="+mn-lt"/>
                <a:ea typeface="Geneva" pitchFamily="-107" charset="-70"/>
                <a:cs typeface="Futura"/>
              </a:rPr>
              <a:t>8</a:t>
            </a:r>
            <a:endParaRPr kumimoji="0" lang="en-US" sz="800" dirty="0">
              <a:solidFill>
                <a:schemeClr val="bg1">
                  <a:lumMod val="50000"/>
                </a:schemeClr>
              </a:solidFill>
              <a:latin typeface="+mn-lt"/>
              <a:ea typeface="Geneva" pitchFamily="-107" charset="-70"/>
              <a:cs typeface="Futura"/>
            </a:endParaRPr>
          </a:p>
        </p:txBody>
      </p:sp>
      <p:cxnSp>
        <p:nvCxnSpPr>
          <p:cNvPr id="21" name="Straight Connector 20"/>
          <p:cNvCxnSpPr/>
          <p:nvPr userDrawn="1"/>
        </p:nvCxnSpPr>
        <p:spPr>
          <a:xfrm>
            <a:off x="717928" y="527597"/>
            <a:ext cx="11218244" cy="0"/>
          </a:xfrm>
          <a:prstGeom prst="line">
            <a:avLst/>
          </a:prstGeom>
          <a:ln w="19050">
            <a:solidFill>
              <a:srgbClr val="D08D3F"/>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a:off x="712874" y="6677795"/>
            <a:ext cx="10757590" cy="0"/>
          </a:xfrm>
          <a:prstGeom prst="line">
            <a:avLst/>
          </a:prstGeom>
          <a:ln w="76200">
            <a:solidFill>
              <a:srgbClr val="D08D3F"/>
            </a:solidFill>
          </a:ln>
        </p:spPr>
        <p:style>
          <a:lnRef idx="1">
            <a:schemeClr val="accent1"/>
          </a:lnRef>
          <a:fillRef idx="0">
            <a:schemeClr val="accent1"/>
          </a:fillRef>
          <a:effectRef idx="0">
            <a:schemeClr val="accent1"/>
          </a:effectRef>
          <a:fontRef idx="minor">
            <a:schemeClr val="tx1"/>
          </a:fontRef>
        </p:style>
      </p:cxnSp>
      <p:sp>
        <p:nvSpPr>
          <p:cNvPr id="25" name="Rectangle 24"/>
          <p:cNvSpPr/>
          <p:nvPr userDrawn="1"/>
        </p:nvSpPr>
        <p:spPr>
          <a:xfrm>
            <a:off x="11551647" y="6532268"/>
            <a:ext cx="338554" cy="246221"/>
          </a:xfrm>
          <a:prstGeom prst="rect">
            <a:avLst/>
          </a:prstGeom>
        </p:spPr>
        <p:txBody>
          <a:bodyPr wrap="none">
            <a:spAutoFit/>
          </a:bodyPr>
          <a:lstStyle/>
          <a:p>
            <a:pPr algn="ctr">
              <a:defRPr/>
            </a:pPr>
            <a:fld id="{074DC5AA-6F99-4C51-A2A8-E6E19F6B47BD}" type="slidenum">
              <a:rPr lang="en-US" sz="1000" b="1" smtClean="0">
                <a:solidFill>
                  <a:srgbClr val="1F2020"/>
                </a:solidFill>
              </a:rPr>
              <a:pPr algn="ctr">
                <a:defRPr/>
              </a:pPr>
              <a:t>‹#›</a:t>
            </a:fld>
            <a:endParaRPr lang="en-US" sz="1000" b="1" dirty="0">
              <a:solidFill>
                <a:srgbClr val="1F2020"/>
              </a:solidFill>
            </a:endParaRPr>
          </a:p>
        </p:txBody>
      </p:sp>
      <p:cxnSp>
        <p:nvCxnSpPr>
          <p:cNvPr id="26" name="Straight Connector 25"/>
          <p:cNvCxnSpPr/>
          <p:nvPr userDrawn="1"/>
        </p:nvCxnSpPr>
        <p:spPr>
          <a:xfrm>
            <a:off x="747092" y="6750778"/>
            <a:ext cx="10690010" cy="0"/>
          </a:xfrm>
          <a:prstGeom prst="line">
            <a:avLst/>
          </a:prstGeom>
          <a:ln>
            <a:solidFill>
              <a:srgbClr val="000000"/>
            </a:solidFill>
          </a:ln>
        </p:spPr>
        <p:style>
          <a:lnRef idx="1">
            <a:schemeClr val="dk1"/>
          </a:lnRef>
          <a:fillRef idx="0">
            <a:schemeClr val="dk1"/>
          </a:fillRef>
          <a:effectRef idx="0">
            <a:schemeClr val="dk1"/>
          </a:effectRef>
          <a:fontRef idx="minor">
            <a:schemeClr val="tx1"/>
          </a:fontRef>
        </p:style>
      </p:cxnSp>
      <p:sp>
        <p:nvSpPr>
          <p:cNvPr id="34" name="Rectangle 33"/>
          <p:cNvSpPr/>
          <p:nvPr userDrawn="1"/>
        </p:nvSpPr>
        <p:spPr>
          <a:xfrm>
            <a:off x="-873455" y="696037"/>
            <a:ext cx="604700" cy="342439"/>
          </a:xfrm>
          <a:prstGeom prst="rect">
            <a:avLst/>
          </a:prstGeom>
          <a:solidFill>
            <a:srgbClr val="E79D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35" name="Rectangle 34"/>
          <p:cNvSpPr/>
          <p:nvPr userDrawn="1"/>
        </p:nvSpPr>
        <p:spPr>
          <a:xfrm>
            <a:off x="-873455" y="1080665"/>
            <a:ext cx="604700" cy="342439"/>
          </a:xfrm>
          <a:prstGeom prst="rect">
            <a:avLst/>
          </a:prstGeom>
          <a:solidFill>
            <a:srgbClr val="EAAA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36" name="Rectangle 35"/>
          <p:cNvSpPr/>
          <p:nvPr userDrawn="1"/>
        </p:nvSpPr>
        <p:spPr>
          <a:xfrm>
            <a:off x="-873455" y="1465293"/>
            <a:ext cx="604700" cy="342439"/>
          </a:xfrm>
          <a:prstGeom prst="rect">
            <a:avLst/>
          </a:prstGeom>
          <a:solidFill>
            <a:srgbClr val="EEBC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38" name="Rectangle 37"/>
          <p:cNvSpPr/>
          <p:nvPr userDrawn="1"/>
        </p:nvSpPr>
        <p:spPr>
          <a:xfrm>
            <a:off x="-873456" y="1849921"/>
            <a:ext cx="604700" cy="342439"/>
          </a:xfrm>
          <a:prstGeom prst="rect">
            <a:avLst/>
          </a:prstGeom>
          <a:solidFill>
            <a:srgbClr val="F0C2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40" name="Rectangle 39"/>
          <p:cNvSpPr/>
          <p:nvPr userDrawn="1"/>
        </p:nvSpPr>
        <p:spPr>
          <a:xfrm>
            <a:off x="-873459" y="311408"/>
            <a:ext cx="604700" cy="342439"/>
          </a:xfrm>
          <a:prstGeom prst="rect">
            <a:avLst/>
          </a:prstGeom>
          <a:solidFill>
            <a:srgbClr val="D08D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pic>
        <p:nvPicPr>
          <p:cNvPr id="19" name="Picture 18">
            <a:extLst>
              <a:ext uri="{FF2B5EF4-FFF2-40B4-BE49-F238E27FC236}">
                <a16:creationId xmlns:a16="http://schemas.microsoft.com/office/drawing/2014/main" id="{0A6524C0-22F8-4A0C-BA89-1E23DE709DC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55608" t="71569" r="26958" b="8236"/>
          <a:stretch/>
        </p:blipFill>
        <p:spPr>
          <a:xfrm>
            <a:off x="11196737" y="262940"/>
            <a:ext cx="747120" cy="533995"/>
          </a:xfrm>
          <a:prstGeom prst="rect">
            <a:avLst/>
          </a:prstGeom>
        </p:spPr>
      </p:pic>
    </p:spTree>
    <p:extLst>
      <p:ext uri="{BB962C8B-B14F-4D97-AF65-F5344CB8AC3E}">
        <p14:creationId xmlns:p14="http://schemas.microsoft.com/office/powerpoint/2010/main" val="172750580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701461" y="60610"/>
            <a:ext cx="11234711" cy="472790"/>
          </a:xfrm>
        </p:spPr>
        <p:txBody>
          <a:bodyPr anchor="ctr">
            <a:noAutofit/>
          </a:bodyPr>
          <a:lstStyle>
            <a:lvl1pPr marL="0" indent="0">
              <a:buNone/>
              <a:defRPr sz="2200" b="1" baseline="0">
                <a:solidFill>
                  <a:srgbClr val="1F2020"/>
                </a:solidFill>
                <a:latin typeface="+mj-lt"/>
                <a:cs typeface="Helvetica"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id-ID" dirty="0"/>
              <a:t>SLIDE TITLE</a:t>
            </a:r>
            <a:endParaRPr lang="en-US" dirty="0"/>
          </a:p>
        </p:txBody>
      </p:sp>
      <p:sp>
        <p:nvSpPr>
          <p:cNvPr id="8" name="Text Placeholder 3"/>
          <p:cNvSpPr>
            <a:spLocks noGrp="1"/>
          </p:cNvSpPr>
          <p:nvPr>
            <p:ph type="body" sz="quarter" idx="15" hasCustomPrompt="1"/>
          </p:nvPr>
        </p:nvSpPr>
        <p:spPr>
          <a:xfrm>
            <a:off x="701461" y="527597"/>
            <a:ext cx="11234711" cy="582644"/>
          </a:xfrm>
        </p:spPr>
        <p:txBody>
          <a:bodyPr anchor="ctr">
            <a:normAutofit/>
          </a:bodyPr>
          <a:lstStyle>
            <a:lvl1pPr marL="0" indent="0">
              <a:lnSpc>
                <a:spcPct val="80000"/>
              </a:lnSpc>
              <a:spcBef>
                <a:spcPts val="0"/>
              </a:spcBef>
              <a:buNone/>
              <a:defRPr sz="1600" baseline="0">
                <a:solidFill>
                  <a:srgbClr val="353837"/>
                </a:solidFill>
                <a:latin typeface="+mj-lt"/>
                <a:cs typeface="Helvetica"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id-ID" dirty="0"/>
              <a:t>Headline tells the story</a:t>
            </a:r>
            <a:endParaRPr lang="en-US" dirty="0"/>
          </a:p>
        </p:txBody>
      </p:sp>
      <p:sp>
        <p:nvSpPr>
          <p:cNvPr id="12" name="Rectangle 11"/>
          <p:cNvSpPr/>
          <p:nvPr userDrawn="1"/>
        </p:nvSpPr>
        <p:spPr>
          <a:xfrm>
            <a:off x="-880151" y="2244332"/>
            <a:ext cx="604700" cy="342439"/>
          </a:xfrm>
          <a:prstGeom prst="rect">
            <a:avLst/>
          </a:prstGeom>
          <a:solidFill>
            <a:srgbClr val="1F2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13" name="Rectangle 12"/>
          <p:cNvSpPr/>
          <p:nvPr userDrawn="1"/>
        </p:nvSpPr>
        <p:spPr>
          <a:xfrm>
            <a:off x="-880151" y="2628960"/>
            <a:ext cx="604700" cy="342439"/>
          </a:xfrm>
          <a:prstGeom prst="rect">
            <a:avLst/>
          </a:prstGeom>
          <a:solidFill>
            <a:srgbClr val="5859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14" name="Rectangle 13"/>
          <p:cNvSpPr/>
          <p:nvPr userDrawn="1"/>
        </p:nvSpPr>
        <p:spPr>
          <a:xfrm>
            <a:off x="-880151" y="3027236"/>
            <a:ext cx="604700" cy="342439"/>
          </a:xfrm>
          <a:prstGeom prst="rect">
            <a:avLst/>
          </a:prstGeom>
          <a:solidFill>
            <a:schemeClr val="tx2">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15" name="Rectangle 14"/>
          <p:cNvSpPr/>
          <p:nvPr userDrawn="1"/>
        </p:nvSpPr>
        <p:spPr>
          <a:xfrm>
            <a:off x="-880151" y="3411864"/>
            <a:ext cx="604700" cy="34243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43" name="Rectangle 42"/>
          <p:cNvSpPr/>
          <p:nvPr userDrawn="1"/>
        </p:nvSpPr>
        <p:spPr>
          <a:xfrm>
            <a:off x="-880151" y="3798370"/>
            <a:ext cx="604700" cy="342439"/>
          </a:xfrm>
          <a:prstGeom prst="rect">
            <a:avLst/>
          </a:prstGeom>
          <a:solidFill>
            <a:srgbClr val="DBD9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23" name="Rectangle 22"/>
          <p:cNvSpPr/>
          <p:nvPr userDrawn="1"/>
        </p:nvSpPr>
        <p:spPr bwMode="auto">
          <a:xfrm>
            <a:off x="64767" y="6576296"/>
            <a:ext cx="682286" cy="215444"/>
          </a:xfrm>
          <a:prstGeom prst="rect">
            <a:avLst/>
          </a:prstGeom>
          <a:noFill/>
        </p:spPr>
        <p:txBody>
          <a:bodyPr wrap="square" anchor="ctr">
            <a:spAutoFit/>
          </a:bodyPr>
          <a:lstStyle/>
          <a:p>
            <a:pPr algn="l" fontAlgn="auto">
              <a:spcBef>
                <a:spcPts val="0"/>
              </a:spcBef>
              <a:spcAft>
                <a:spcPts val="0"/>
              </a:spcAft>
              <a:defRPr/>
            </a:pPr>
            <a:r>
              <a:rPr kumimoji="0" lang="fr-FR" sz="800" dirty="0">
                <a:solidFill>
                  <a:schemeClr val="bg1">
                    <a:lumMod val="50000"/>
                  </a:schemeClr>
                </a:solidFill>
                <a:latin typeface="+mn-lt"/>
                <a:ea typeface="Geneva" pitchFamily="-107" charset="-70"/>
                <a:cs typeface="Futura"/>
              </a:rPr>
              <a:t>©2019</a:t>
            </a:r>
            <a:endParaRPr kumimoji="0" lang="en-US" sz="800" dirty="0">
              <a:solidFill>
                <a:schemeClr val="bg1">
                  <a:lumMod val="50000"/>
                </a:schemeClr>
              </a:solidFill>
              <a:latin typeface="+mn-lt"/>
              <a:ea typeface="Geneva" pitchFamily="-107" charset="-70"/>
              <a:cs typeface="Futura"/>
            </a:endParaRPr>
          </a:p>
        </p:txBody>
      </p:sp>
      <p:cxnSp>
        <p:nvCxnSpPr>
          <p:cNvPr id="21" name="Straight Connector 20"/>
          <p:cNvCxnSpPr/>
          <p:nvPr userDrawn="1"/>
        </p:nvCxnSpPr>
        <p:spPr>
          <a:xfrm>
            <a:off x="717928" y="527597"/>
            <a:ext cx="11218244" cy="0"/>
          </a:xfrm>
          <a:prstGeom prst="line">
            <a:avLst/>
          </a:prstGeom>
          <a:ln w="19050">
            <a:solidFill>
              <a:srgbClr val="D08D3F"/>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a:off x="712874" y="6677795"/>
            <a:ext cx="10757590" cy="0"/>
          </a:xfrm>
          <a:prstGeom prst="line">
            <a:avLst/>
          </a:prstGeom>
          <a:ln w="76200">
            <a:solidFill>
              <a:srgbClr val="D08D3F"/>
            </a:solidFill>
          </a:ln>
        </p:spPr>
        <p:style>
          <a:lnRef idx="1">
            <a:schemeClr val="accent1"/>
          </a:lnRef>
          <a:fillRef idx="0">
            <a:schemeClr val="accent1"/>
          </a:fillRef>
          <a:effectRef idx="0">
            <a:schemeClr val="accent1"/>
          </a:effectRef>
          <a:fontRef idx="minor">
            <a:schemeClr val="tx1"/>
          </a:fontRef>
        </p:style>
      </p:cxnSp>
      <p:sp>
        <p:nvSpPr>
          <p:cNvPr id="25" name="Rectangle 24"/>
          <p:cNvSpPr/>
          <p:nvPr userDrawn="1"/>
        </p:nvSpPr>
        <p:spPr>
          <a:xfrm>
            <a:off x="11551647" y="6532268"/>
            <a:ext cx="338554" cy="246221"/>
          </a:xfrm>
          <a:prstGeom prst="rect">
            <a:avLst/>
          </a:prstGeom>
        </p:spPr>
        <p:txBody>
          <a:bodyPr wrap="none">
            <a:spAutoFit/>
          </a:bodyPr>
          <a:lstStyle/>
          <a:p>
            <a:pPr algn="ctr">
              <a:defRPr/>
            </a:pPr>
            <a:fld id="{074DC5AA-6F99-4C51-A2A8-E6E19F6B47BD}" type="slidenum">
              <a:rPr lang="en-US" sz="1000" b="1" smtClean="0">
                <a:solidFill>
                  <a:srgbClr val="1F2020"/>
                </a:solidFill>
              </a:rPr>
              <a:pPr algn="ctr">
                <a:defRPr/>
              </a:pPr>
              <a:t>‹#›</a:t>
            </a:fld>
            <a:endParaRPr lang="en-US" sz="1000" b="1" dirty="0">
              <a:solidFill>
                <a:srgbClr val="1F2020"/>
              </a:solidFill>
            </a:endParaRPr>
          </a:p>
        </p:txBody>
      </p:sp>
      <p:cxnSp>
        <p:nvCxnSpPr>
          <p:cNvPr id="26" name="Straight Connector 25"/>
          <p:cNvCxnSpPr/>
          <p:nvPr userDrawn="1"/>
        </p:nvCxnSpPr>
        <p:spPr>
          <a:xfrm>
            <a:off x="747092" y="6750778"/>
            <a:ext cx="10690010" cy="0"/>
          </a:xfrm>
          <a:prstGeom prst="line">
            <a:avLst/>
          </a:prstGeom>
          <a:ln>
            <a:solidFill>
              <a:srgbClr val="000000"/>
            </a:solidFill>
          </a:ln>
        </p:spPr>
        <p:style>
          <a:lnRef idx="1">
            <a:schemeClr val="dk1"/>
          </a:lnRef>
          <a:fillRef idx="0">
            <a:schemeClr val="dk1"/>
          </a:fillRef>
          <a:effectRef idx="0">
            <a:schemeClr val="dk1"/>
          </a:effectRef>
          <a:fontRef idx="minor">
            <a:schemeClr val="tx1"/>
          </a:fontRef>
        </p:style>
      </p:cxnSp>
      <p:sp>
        <p:nvSpPr>
          <p:cNvPr id="34" name="Rectangle 33"/>
          <p:cNvSpPr/>
          <p:nvPr userDrawn="1"/>
        </p:nvSpPr>
        <p:spPr>
          <a:xfrm>
            <a:off x="-873455" y="696037"/>
            <a:ext cx="604700" cy="342439"/>
          </a:xfrm>
          <a:prstGeom prst="rect">
            <a:avLst/>
          </a:prstGeom>
          <a:solidFill>
            <a:srgbClr val="E79D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35" name="Rectangle 34"/>
          <p:cNvSpPr/>
          <p:nvPr userDrawn="1"/>
        </p:nvSpPr>
        <p:spPr>
          <a:xfrm>
            <a:off x="-873455" y="1080665"/>
            <a:ext cx="604700" cy="342439"/>
          </a:xfrm>
          <a:prstGeom prst="rect">
            <a:avLst/>
          </a:prstGeom>
          <a:solidFill>
            <a:srgbClr val="EAAA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36" name="Rectangle 35"/>
          <p:cNvSpPr/>
          <p:nvPr userDrawn="1"/>
        </p:nvSpPr>
        <p:spPr>
          <a:xfrm>
            <a:off x="-873455" y="1465293"/>
            <a:ext cx="604700" cy="342439"/>
          </a:xfrm>
          <a:prstGeom prst="rect">
            <a:avLst/>
          </a:prstGeom>
          <a:solidFill>
            <a:srgbClr val="EEBC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38" name="Rectangle 37"/>
          <p:cNvSpPr/>
          <p:nvPr userDrawn="1"/>
        </p:nvSpPr>
        <p:spPr>
          <a:xfrm>
            <a:off x="-873456" y="1849921"/>
            <a:ext cx="604700" cy="342439"/>
          </a:xfrm>
          <a:prstGeom prst="rect">
            <a:avLst/>
          </a:prstGeom>
          <a:solidFill>
            <a:srgbClr val="F0C2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40" name="Rectangle 39"/>
          <p:cNvSpPr/>
          <p:nvPr userDrawn="1"/>
        </p:nvSpPr>
        <p:spPr>
          <a:xfrm>
            <a:off x="-873459" y="311408"/>
            <a:ext cx="604700" cy="342439"/>
          </a:xfrm>
          <a:prstGeom prst="rect">
            <a:avLst/>
          </a:prstGeom>
          <a:solidFill>
            <a:srgbClr val="D08D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pic>
        <p:nvPicPr>
          <p:cNvPr id="19" name="Picture 18">
            <a:extLst>
              <a:ext uri="{FF2B5EF4-FFF2-40B4-BE49-F238E27FC236}">
                <a16:creationId xmlns:a16="http://schemas.microsoft.com/office/drawing/2014/main" id="{0A6524C0-22F8-4A0C-BA89-1E23DE709DC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55608" t="71569" r="26958" b="8236"/>
          <a:stretch/>
        </p:blipFill>
        <p:spPr>
          <a:xfrm>
            <a:off x="11196737" y="262940"/>
            <a:ext cx="747120" cy="533995"/>
          </a:xfrm>
          <a:prstGeom prst="rect">
            <a:avLst/>
          </a:prstGeom>
        </p:spPr>
      </p:pic>
    </p:spTree>
    <p:extLst>
      <p:ext uri="{BB962C8B-B14F-4D97-AF65-F5344CB8AC3E}">
        <p14:creationId xmlns:p14="http://schemas.microsoft.com/office/powerpoint/2010/main" val="317621646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701461" y="60610"/>
            <a:ext cx="11234711" cy="472790"/>
          </a:xfrm>
        </p:spPr>
        <p:txBody>
          <a:bodyPr anchor="ctr">
            <a:noAutofit/>
          </a:bodyPr>
          <a:lstStyle>
            <a:lvl1pPr marL="0" indent="0">
              <a:buNone/>
              <a:defRPr sz="2200" b="1" baseline="0">
                <a:solidFill>
                  <a:srgbClr val="1F2020"/>
                </a:solidFill>
                <a:latin typeface="+mj-lt"/>
                <a:cs typeface="Helvetica"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id-ID" dirty="0"/>
              <a:t>SLIDE TITLE</a:t>
            </a:r>
            <a:endParaRPr lang="en-US" dirty="0"/>
          </a:p>
        </p:txBody>
      </p:sp>
      <p:sp>
        <p:nvSpPr>
          <p:cNvPr id="8" name="Text Placeholder 3"/>
          <p:cNvSpPr>
            <a:spLocks noGrp="1"/>
          </p:cNvSpPr>
          <p:nvPr>
            <p:ph type="body" sz="quarter" idx="15" hasCustomPrompt="1"/>
          </p:nvPr>
        </p:nvSpPr>
        <p:spPr>
          <a:xfrm>
            <a:off x="701461" y="527597"/>
            <a:ext cx="11234711" cy="582644"/>
          </a:xfrm>
        </p:spPr>
        <p:txBody>
          <a:bodyPr anchor="ctr">
            <a:normAutofit/>
          </a:bodyPr>
          <a:lstStyle>
            <a:lvl1pPr marL="0" indent="0">
              <a:lnSpc>
                <a:spcPct val="80000"/>
              </a:lnSpc>
              <a:spcBef>
                <a:spcPts val="0"/>
              </a:spcBef>
              <a:buNone/>
              <a:defRPr sz="1600" baseline="0">
                <a:solidFill>
                  <a:srgbClr val="353837"/>
                </a:solidFill>
                <a:latin typeface="+mj-lt"/>
                <a:cs typeface="Helvetica"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id-ID" dirty="0"/>
              <a:t>Headline tells the story</a:t>
            </a:r>
            <a:endParaRPr lang="en-US" dirty="0"/>
          </a:p>
        </p:txBody>
      </p:sp>
      <p:sp>
        <p:nvSpPr>
          <p:cNvPr id="12" name="Rectangle 11"/>
          <p:cNvSpPr/>
          <p:nvPr userDrawn="1"/>
        </p:nvSpPr>
        <p:spPr>
          <a:xfrm>
            <a:off x="-880151" y="2244332"/>
            <a:ext cx="604700" cy="342439"/>
          </a:xfrm>
          <a:prstGeom prst="rect">
            <a:avLst/>
          </a:prstGeom>
          <a:solidFill>
            <a:srgbClr val="1F2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13" name="Rectangle 12"/>
          <p:cNvSpPr/>
          <p:nvPr userDrawn="1"/>
        </p:nvSpPr>
        <p:spPr>
          <a:xfrm>
            <a:off x="-880151" y="2628960"/>
            <a:ext cx="604700" cy="342439"/>
          </a:xfrm>
          <a:prstGeom prst="rect">
            <a:avLst/>
          </a:prstGeom>
          <a:solidFill>
            <a:srgbClr val="5859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14" name="Rectangle 13"/>
          <p:cNvSpPr/>
          <p:nvPr userDrawn="1"/>
        </p:nvSpPr>
        <p:spPr>
          <a:xfrm>
            <a:off x="-880151" y="3027236"/>
            <a:ext cx="604700" cy="342439"/>
          </a:xfrm>
          <a:prstGeom prst="rect">
            <a:avLst/>
          </a:prstGeom>
          <a:solidFill>
            <a:schemeClr val="tx2">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15" name="Rectangle 14"/>
          <p:cNvSpPr/>
          <p:nvPr userDrawn="1"/>
        </p:nvSpPr>
        <p:spPr>
          <a:xfrm>
            <a:off x="-880151" y="3411864"/>
            <a:ext cx="604700" cy="34243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43" name="Rectangle 42"/>
          <p:cNvSpPr/>
          <p:nvPr userDrawn="1"/>
        </p:nvSpPr>
        <p:spPr>
          <a:xfrm>
            <a:off x="-880151" y="3798370"/>
            <a:ext cx="604700" cy="342439"/>
          </a:xfrm>
          <a:prstGeom prst="rect">
            <a:avLst/>
          </a:prstGeom>
          <a:solidFill>
            <a:srgbClr val="DBD9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23" name="Rectangle 22"/>
          <p:cNvSpPr/>
          <p:nvPr userDrawn="1"/>
        </p:nvSpPr>
        <p:spPr bwMode="auto">
          <a:xfrm>
            <a:off x="64767" y="6576296"/>
            <a:ext cx="682286" cy="215444"/>
          </a:xfrm>
          <a:prstGeom prst="rect">
            <a:avLst/>
          </a:prstGeom>
          <a:noFill/>
        </p:spPr>
        <p:txBody>
          <a:bodyPr wrap="square" anchor="ctr">
            <a:spAutoFit/>
          </a:bodyPr>
          <a:lstStyle/>
          <a:p>
            <a:pPr algn="l" fontAlgn="auto">
              <a:spcBef>
                <a:spcPts val="0"/>
              </a:spcBef>
              <a:spcAft>
                <a:spcPts val="0"/>
              </a:spcAft>
              <a:defRPr/>
            </a:pPr>
            <a:r>
              <a:rPr kumimoji="0" lang="fr-FR" sz="800" dirty="0">
                <a:solidFill>
                  <a:schemeClr val="bg1">
                    <a:lumMod val="50000"/>
                  </a:schemeClr>
                </a:solidFill>
                <a:latin typeface="+mn-lt"/>
                <a:ea typeface="Geneva" pitchFamily="-107" charset="-70"/>
                <a:cs typeface="Futura"/>
              </a:rPr>
              <a:t>©2019</a:t>
            </a:r>
            <a:endParaRPr kumimoji="0" lang="en-US" sz="800" dirty="0">
              <a:solidFill>
                <a:schemeClr val="bg1">
                  <a:lumMod val="50000"/>
                </a:schemeClr>
              </a:solidFill>
              <a:latin typeface="+mn-lt"/>
              <a:ea typeface="Geneva" pitchFamily="-107" charset="-70"/>
              <a:cs typeface="Futura"/>
            </a:endParaRPr>
          </a:p>
        </p:txBody>
      </p:sp>
      <p:cxnSp>
        <p:nvCxnSpPr>
          <p:cNvPr id="21" name="Straight Connector 20"/>
          <p:cNvCxnSpPr/>
          <p:nvPr userDrawn="1"/>
        </p:nvCxnSpPr>
        <p:spPr>
          <a:xfrm>
            <a:off x="717928" y="527597"/>
            <a:ext cx="11218244" cy="0"/>
          </a:xfrm>
          <a:prstGeom prst="line">
            <a:avLst/>
          </a:prstGeom>
          <a:ln w="19050">
            <a:solidFill>
              <a:srgbClr val="D08D3F"/>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a:off x="712874" y="6677795"/>
            <a:ext cx="10757590" cy="0"/>
          </a:xfrm>
          <a:prstGeom prst="line">
            <a:avLst/>
          </a:prstGeom>
          <a:ln w="76200">
            <a:solidFill>
              <a:srgbClr val="D08D3F"/>
            </a:solidFill>
          </a:ln>
        </p:spPr>
        <p:style>
          <a:lnRef idx="1">
            <a:schemeClr val="accent1"/>
          </a:lnRef>
          <a:fillRef idx="0">
            <a:schemeClr val="accent1"/>
          </a:fillRef>
          <a:effectRef idx="0">
            <a:schemeClr val="accent1"/>
          </a:effectRef>
          <a:fontRef idx="minor">
            <a:schemeClr val="tx1"/>
          </a:fontRef>
        </p:style>
      </p:cxnSp>
      <p:sp>
        <p:nvSpPr>
          <p:cNvPr id="25" name="Rectangle 24"/>
          <p:cNvSpPr/>
          <p:nvPr userDrawn="1"/>
        </p:nvSpPr>
        <p:spPr>
          <a:xfrm>
            <a:off x="11551647" y="6532268"/>
            <a:ext cx="338554" cy="246221"/>
          </a:xfrm>
          <a:prstGeom prst="rect">
            <a:avLst/>
          </a:prstGeom>
        </p:spPr>
        <p:txBody>
          <a:bodyPr wrap="none">
            <a:spAutoFit/>
          </a:bodyPr>
          <a:lstStyle/>
          <a:p>
            <a:pPr algn="ctr">
              <a:defRPr/>
            </a:pPr>
            <a:fld id="{074DC5AA-6F99-4C51-A2A8-E6E19F6B47BD}" type="slidenum">
              <a:rPr lang="en-US" sz="1000" b="1" smtClean="0">
                <a:solidFill>
                  <a:srgbClr val="1F2020"/>
                </a:solidFill>
              </a:rPr>
              <a:pPr algn="ctr">
                <a:defRPr/>
              </a:pPr>
              <a:t>‹#›</a:t>
            </a:fld>
            <a:endParaRPr lang="en-US" sz="1000" b="1" dirty="0">
              <a:solidFill>
                <a:srgbClr val="1F2020"/>
              </a:solidFill>
            </a:endParaRPr>
          </a:p>
        </p:txBody>
      </p:sp>
      <p:cxnSp>
        <p:nvCxnSpPr>
          <p:cNvPr id="26" name="Straight Connector 25"/>
          <p:cNvCxnSpPr/>
          <p:nvPr userDrawn="1"/>
        </p:nvCxnSpPr>
        <p:spPr>
          <a:xfrm>
            <a:off x="747092" y="6750778"/>
            <a:ext cx="10690010" cy="0"/>
          </a:xfrm>
          <a:prstGeom prst="line">
            <a:avLst/>
          </a:prstGeom>
          <a:ln>
            <a:solidFill>
              <a:srgbClr val="000000"/>
            </a:solidFill>
          </a:ln>
        </p:spPr>
        <p:style>
          <a:lnRef idx="1">
            <a:schemeClr val="dk1"/>
          </a:lnRef>
          <a:fillRef idx="0">
            <a:schemeClr val="dk1"/>
          </a:fillRef>
          <a:effectRef idx="0">
            <a:schemeClr val="dk1"/>
          </a:effectRef>
          <a:fontRef idx="minor">
            <a:schemeClr val="tx1"/>
          </a:fontRef>
        </p:style>
      </p:cxnSp>
      <p:sp>
        <p:nvSpPr>
          <p:cNvPr id="34" name="Rectangle 33"/>
          <p:cNvSpPr/>
          <p:nvPr userDrawn="1"/>
        </p:nvSpPr>
        <p:spPr>
          <a:xfrm>
            <a:off x="-873455" y="696037"/>
            <a:ext cx="604700" cy="342439"/>
          </a:xfrm>
          <a:prstGeom prst="rect">
            <a:avLst/>
          </a:prstGeom>
          <a:solidFill>
            <a:srgbClr val="E79D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35" name="Rectangle 34"/>
          <p:cNvSpPr/>
          <p:nvPr userDrawn="1"/>
        </p:nvSpPr>
        <p:spPr>
          <a:xfrm>
            <a:off x="-873455" y="1080665"/>
            <a:ext cx="604700" cy="342439"/>
          </a:xfrm>
          <a:prstGeom prst="rect">
            <a:avLst/>
          </a:prstGeom>
          <a:solidFill>
            <a:srgbClr val="EAAA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36" name="Rectangle 35"/>
          <p:cNvSpPr/>
          <p:nvPr userDrawn="1"/>
        </p:nvSpPr>
        <p:spPr>
          <a:xfrm>
            <a:off x="-873455" y="1465293"/>
            <a:ext cx="604700" cy="342439"/>
          </a:xfrm>
          <a:prstGeom prst="rect">
            <a:avLst/>
          </a:prstGeom>
          <a:solidFill>
            <a:srgbClr val="EEBC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38" name="Rectangle 37"/>
          <p:cNvSpPr/>
          <p:nvPr userDrawn="1"/>
        </p:nvSpPr>
        <p:spPr>
          <a:xfrm>
            <a:off x="-873456" y="1849921"/>
            <a:ext cx="604700" cy="342439"/>
          </a:xfrm>
          <a:prstGeom prst="rect">
            <a:avLst/>
          </a:prstGeom>
          <a:solidFill>
            <a:srgbClr val="F0C2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40" name="Rectangle 39"/>
          <p:cNvSpPr/>
          <p:nvPr userDrawn="1"/>
        </p:nvSpPr>
        <p:spPr>
          <a:xfrm>
            <a:off x="-873459" y="311408"/>
            <a:ext cx="604700" cy="342439"/>
          </a:xfrm>
          <a:prstGeom prst="rect">
            <a:avLst/>
          </a:prstGeom>
          <a:solidFill>
            <a:srgbClr val="D08D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pic>
        <p:nvPicPr>
          <p:cNvPr id="19" name="Picture 18">
            <a:extLst>
              <a:ext uri="{FF2B5EF4-FFF2-40B4-BE49-F238E27FC236}">
                <a16:creationId xmlns:a16="http://schemas.microsoft.com/office/drawing/2014/main" id="{0A6524C0-22F8-4A0C-BA89-1E23DE709DC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55608" t="71569" r="26958" b="8236"/>
          <a:stretch/>
        </p:blipFill>
        <p:spPr>
          <a:xfrm>
            <a:off x="11196737" y="262940"/>
            <a:ext cx="747120" cy="533995"/>
          </a:xfrm>
          <a:prstGeom prst="rect">
            <a:avLst/>
          </a:prstGeom>
        </p:spPr>
      </p:pic>
    </p:spTree>
    <p:extLst>
      <p:ext uri="{BB962C8B-B14F-4D97-AF65-F5344CB8AC3E}">
        <p14:creationId xmlns:p14="http://schemas.microsoft.com/office/powerpoint/2010/main" val="205873329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konten">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701460" y="60610"/>
            <a:ext cx="11234712" cy="472790"/>
          </a:xfrm>
        </p:spPr>
        <p:txBody>
          <a:bodyPr anchor="ctr">
            <a:noAutofit/>
          </a:bodyPr>
          <a:lstStyle>
            <a:lvl1pPr marL="0" indent="0">
              <a:buNone/>
              <a:defRPr sz="2200" b="1" baseline="0">
                <a:solidFill>
                  <a:srgbClr val="1F2020"/>
                </a:solidFill>
                <a:latin typeface="+mj-lt"/>
                <a:cs typeface="Helvetica"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id-ID" dirty="0"/>
              <a:t>SLIDE TITLE</a:t>
            </a:r>
            <a:endParaRPr lang="en-US" dirty="0"/>
          </a:p>
        </p:txBody>
      </p:sp>
      <p:sp>
        <p:nvSpPr>
          <p:cNvPr id="8" name="Text Placeholder 3"/>
          <p:cNvSpPr>
            <a:spLocks noGrp="1"/>
          </p:cNvSpPr>
          <p:nvPr>
            <p:ph type="body" sz="quarter" idx="15" hasCustomPrompt="1"/>
          </p:nvPr>
        </p:nvSpPr>
        <p:spPr>
          <a:xfrm>
            <a:off x="701460" y="527597"/>
            <a:ext cx="11234712" cy="582644"/>
          </a:xfrm>
        </p:spPr>
        <p:txBody>
          <a:bodyPr anchor="ctr">
            <a:normAutofit/>
          </a:bodyPr>
          <a:lstStyle>
            <a:lvl1pPr marL="0" indent="0">
              <a:lnSpc>
                <a:spcPct val="80000"/>
              </a:lnSpc>
              <a:spcBef>
                <a:spcPts val="0"/>
              </a:spcBef>
              <a:buNone/>
              <a:defRPr sz="1600" baseline="0">
                <a:solidFill>
                  <a:srgbClr val="353837"/>
                </a:solidFill>
                <a:latin typeface="+mj-lt"/>
                <a:cs typeface="Helvetica"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id-ID" dirty="0"/>
              <a:t>Headline tells the story</a:t>
            </a:r>
            <a:endParaRPr lang="en-US" dirty="0"/>
          </a:p>
        </p:txBody>
      </p:sp>
      <p:sp>
        <p:nvSpPr>
          <p:cNvPr id="12" name="Rectangle 11"/>
          <p:cNvSpPr/>
          <p:nvPr userDrawn="1"/>
        </p:nvSpPr>
        <p:spPr>
          <a:xfrm>
            <a:off x="-880150" y="2244333"/>
            <a:ext cx="604700" cy="342439"/>
          </a:xfrm>
          <a:prstGeom prst="rect">
            <a:avLst/>
          </a:prstGeom>
          <a:solidFill>
            <a:srgbClr val="1F2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13" name="Rectangle 12"/>
          <p:cNvSpPr/>
          <p:nvPr userDrawn="1"/>
        </p:nvSpPr>
        <p:spPr>
          <a:xfrm>
            <a:off x="-880150" y="2628961"/>
            <a:ext cx="604700" cy="342439"/>
          </a:xfrm>
          <a:prstGeom prst="rect">
            <a:avLst/>
          </a:prstGeom>
          <a:solidFill>
            <a:srgbClr val="5859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14" name="Rectangle 13"/>
          <p:cNvSpPr/>
          <p:nvPr userDrawn="1"/>
        </p:nvSpPr>
        <p:spPr>
          <a:xfrm>
            <a:off x="-880150" y="3027237"/>
            <a:ext cx="604700" cy="342439"/>
          </a:xfrm>
          <a:prstGeom prst="rect">
            <a:avLst/>
          </a:prstGeom>
          <a:solidFill>
            <a:schemeClr val="tx2">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15" name="Rectangle 14"/>
          <p:cNvSpPr/>
          <p:nvPr userDrawn="1"/>
        </p:nvSpPr>
        <p:spPr>
          <a:xfrm>
            <a:off x="-880150" y="3411865"/>
            <a:ext cx="604700" cy="34243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43" name="Rectangle 42"/>
          <p:cNvSpPr/>
          <p:nvPr userDrawn="1"/>
        </p:nvSpPr>
        <p:spPr>
          <a:xfrm>
            <a:off x="-880150" y="3798371"/>
            <a:ext cx="604700" cy="342439"/>
          </a:xfrm>
          <a:prstGeom prst="rect">
            <a:avLst/>
          </a:prstGeom>
          <a:solidFill>
            <a:srgbClr val="DBD9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23" name="Rectangle 22"/>
          <p:cNvSpPr/>
          <p:nvPr userDrawn="1"/>
        </p:nvSpPr>
        <p:spPr bwMode="auto">
          <a:xfrm>
            <a:off x="64768" y="6576296"/>
            <a:ext cx="682285" cy="215444"/>
          </a:xfrm>
          <a:prstGeom prst="rect">
            <a:avLst/>
          </a:prstGeom>
          <a:noFill/>
        </p:spPr>
        <p:txBody>
          <a:bodyPr wrap="square" anchor="ctr">
            <a:spAutoFit/>
          </a:bodyPr>
          <a:lstStyle/>
          <a:p>
            <a:pPr algn="l" fontAlgn="auto">
              <a:spcBef>
                <a:spcPts val="0"/>
              </a:spcBef>
              <a:spcAft>
                <a:spcPts val="0"/>
              </a:spcAft>
              <a:defRPr/>
            </a:pPr>
            <a:r>
              <a:rPr kumimoji="0" lang="fr-FR" sz="800" dirty="0">
                <a:solidFill>
                  <a:schemeClr val="bg1">
                    <a:lumMod val="50000"/>
                  </a:schemeClr>
                </a:solidFill>
                <a:latin typeface="+mn-lt"/>
                <a:ea typeface="Geneva" pitchFamily="-107" charset="-70"/>
                <a:cs typeface="Futura"/>
              </a:rPr>
              <a:t>©201</a:t>
            </a:r>
            <a:r>
              <a:rPr kumimoji="0" lang="id-ID" sz="800" dirty="0">
                <a:solidFill>
                  <a:schemeClr val="bg1">
                    <a:lumMod val="50000"/>
                  </a:schemeClr>
                </a:solidFill>
                <a:latin typeface="+mn-lt"/>
                <a:ea typeface="Geneva" pitchFamily="-107" charset="-70"/>
                <a:cs typeface="Futura"/>
              </a:rPr>
              <a:t>8</a:t>
            </a:r>
            <a:endParaRPr kumimoji="0" lang="en-US" sz="800" dirty="0">
              <a:solidFill>
                <a:schemeClr val="bg1">
                  <a:lumMod val="50000"/>
                </a:schemeClr>
              </a:solidFill>
              <a:latin typeface="+mn-lt"/>
              <a:ea typeface="Geneva" pitchFamily="-107" charset="-70"/>
              <a:cs typeface="Futura"/>
            </a:endParaRPr>
          </a:p>
        </p:txBody>
      </p:sp>
      <p:cxnSp>
        <p:nvCxnSpPr>
          <p:cNvPr id="21" name="Straight Connector 20"/>
          <p:cNvCxnSpPr/>
          <p:nvPr userDrawn="1"/>
        </p:nvCxnSpPr>
        <p:spPr>
          <a:xfrm>
            <a:off x="717929" y="527597"/>
            <a:ext cx="11218244" cy="0"/>
          </a:xfrm>
          <a:prstGeom prst="line">
            <a:avLst/>
          </a:prstGeom>
          <a:ln w="19050">
            <a:solidFill>
              <a:srgbClr val="D08D3F"/>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a:off x="712874" y="6677795"/>
            <a:ext cx="10757591" cy="0"/>
          </a:xfrm>
          <a:prstGeom prst="line">
            <a:avLst/>
          </a:prstGeom>
          <a:ln w="76200">
            <a:solidFill>
              <a:srgbClr val="D08D3F"/>
            </a:solidFill>
          </a:ln>
        </p:spPr>
        <p:style>
          <a:lnRef idx="1">
            <a:schemeClr val="accent1"/>
          </a:lnRef>
          <a:fillRef idx="0">
            <a:schemeClr val="accent1"/>
          </a:fillRef>
          <a:effectRef idx="0">
            <a:schemeClr val="accent1"/>
          </a:effectRef>
          <a:fontRef idx="minor">
            <a:schemeClr val="tx1"/>
          </a:fontRef>
        </p:style>
      </p:cxnSp>
      <p:sp>
        <p:nvSpPr>
          <p:cNvPr id="25" name="Rectangle 24"/>
          <p:cNvSpPr/>
          <p:nvPr userDrawn="1"/>
        </p:nvSpPr>
        <p:spPr>
          <a:xfrm>
            <a:off x="11551648" y="6532269"/>
            <a:ext cx="338554" cy="246221"/>
          </a:xfrm>
          <a:prstGeom prst="rect">
            <a:avLst/>
          </a:prstGeom>
        </p:spPr>
        <p:txBody>
          <a:bodyPr wrap="none">
            <a:spAutoFit/>
          </a:bodyPr>
          <a:lstStyle/>
          <a:p>
            <a:pPr algn="ctr">
              <a:defRPr/>
            </a:pPr>
            <a:fld id="{074DC5AA-6F99-4C51-A2A8-E6E19F6B47BD}" type="slidenum">
              <a:rPr lang="en-US" sz="1000" b="1" smtClean="0">
                <a:solidFill>
                  <a:srgbClr val="1F2020"/>
                </a:solidFill>
              </a:rPr>
              <a:pPr algn="ctr">
                <a:defRPr/>
              </a:pPr>
              <a:t>‹#›</a:t>
            </a:fld>
            <a:endParaRPr lang="en-US" sz="1000" b="1" dirty="0">
              <a:solidFill>
                <a:srgbClr val="1F2020"/>
              </a:solidFill>
            </a:endParaRPr>
          </a:p>
        </p:txBody>
      </p:sp>
      <p:cxnSp>
        <p:nvCxnSpPr>
          <p:cNvPr id="26" name="Straight Connector 25"/>
          <p:cNvCxnSpPr/>
          <p:nvPr userDrawn="1"/>
        </p:nvCxnSpPr>
        <p:spPr>
          <a:xfrm>
            <a:off x="747093" y="6750778"/>
            <a:ext cx="10690009" cy="0"/>
          </a:xfrm>
          <a:prstGeom prst="line">
            <a:avLst/>
          </a:prstGeom>
          <a:ln>
            <a:solidFill>
              <a:srgbClr val="000000"/>
            </a:solidFill>
          </a:ln>
        </p:spPr>
        <p:style>
          <a:lnRef idx="1">
            <a:schemeClr val="dk1"/>
          </a:lnRef>
          <a:fillRef idx="0">
            <a:schemeClr val="dk1"/>
          </a:fillRef>
          <a:effectRef idx="0">
            <a:schemeClr val="dk1"/>
          </a:effectRef>
          <a:fontRef idx="minor">
            <a:schemeClr val="tx1"/>
          </a:fontRef>
        </p:style>
      </p:cxnSp>
      <p:sp>
        <p:nvSpPr>
          <p:cNvPr id="34" name="Rectangle 33"/>
          <p:cNvSpPr/>
          <p:nvPr userDrawn="1"/>
        </p:nvSpPr>
        <p:spPr>
          <a:xfrm>
            <a:off x="-873454" y="696038"/>
            <a:ext cx="604700" cy="342439"/>
          </a:xfrm>
          <a:prstGeom prst="rect">
            <a:avLst/>
          </a:prstGeom>
          <a:solidFill>
            <a:srgbClr val="E79D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35" name="Rectangle 34"/>
          <p:cNvSpPr/>
          <p:nvPr userDrawn="1"/>
        </p:nvSpPr>
        <p:spPr>
          <a:xfrm>
            <a:off x="-873454" y="1080666"/>
            <a:ext cx="604700" cy="342439"/>
          </a:xfrm>
          <a:prstGeom prst="rect">
            <a:avLst/>
          </a:prstGeom>
          <a:solidFill>
            <a:srgbClr val="EAAA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36" name="Rectangle 35"/>
          <p:cNvSpPr/>
          <p:nvPr userDrawn="1"/>
        </p:nvSpPr>
        <p:spPr>
          <a:xfrm>
            <a:off x="-873454" y="1465294"/>
            <a:ext cx="604700" cy="342439"/>
          </a:xfrm>
          <a:prstGeom prst="rect">
            <a:avLst/>
          </a:prstGeom>
          <a:solidFill>
            <a:srgbClr val="EEBC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38" name="Rectangle 37"/>
          <p:cNvSpPr/>
          <p:nvPr userDrawn="1"/>
        </p:nvSpPr>
        <p:spPr>
          <a:xfrm>
            <a:off x="-873455" y="1849922"/>
            <a:ext cx="604700" cy="342439"/>
          </a:xfrm>
          <a:prstGeom prst="rect">
            <a:avLst/>
          </a:prstGeom>
          <a:solidFill>
            <a:srgbClr val="F0C2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40" name="Rectangle 39"/>
          <p:cNvSpPr/>
          <p:nvPr userDrawn="1"/>
        </p:nvSpPr>
        <p:spPr>
          <a:xfrm>
            <a:off x="-873458" y="311408"/>
            <a:ext cx="604700" cy="342439"/>
          </a:xfrm>
          <a:prstGeom prst="rect">
            <a:avLst/>
          </a:prstGeom>
          <a:solidFill>
            <a:srgbClr val="D08D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pic>
        <p:nvPicPr>
          <p:cNvPr id="19" name="Picture 18">
            <a:extLst>
              <a:ext uri="{FF2B5EF4-FFF2-40B4-BE49-F238E27FC236}">
                <a16:creationId xmlns:a16="http://schemas.microsoft.com/office/drawing/2014/main" id="{0A6524C0-22F8-4A0C-BA89-1E23DE709DC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55608" t="71569" r="26958" b="8236"/>
          <a:stretch/>
        </p:blipFill>
        <p:spPr>
          <a:xfrm>
            <a:off x="11196736" y="262941"/>
            <a:ext cx="747120" cy="533995"/>
          </a:xfrm>
          <a:prstGeom prst="rect">
            <a:avLst/>
          </a:prstGeom>
        </p:spPr>
      </p:pic>
    </p:spTree>
    <p:extLst>
      <p:ext uri="{BB962C8B-B14F-4D97-AF65-F5344CB8AC3E}">
        <p14:creationId xmlns:p14="http://schemas.microsoft.com/office/powerpoint/2010/main" val="196595929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24_Title and Content">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701461" y="60610"/>
            <a:ext cx="11234711" cy="472790"/>
          </a:xfrm>
        </p:spPr>
        <p:txBody>
          <a:bodyPr anchor="ctr">
            <a:noAutofit/>
          </a:bodyPr>
          <a:lstStyle>
            <a:lvl1pPr marL="0" indent="0">
              <a:buNone/>
              <a:defRPr sz="2200" b="1" baseline="0">
                <a:solidFill>
                  <a:srgbClr val="1F2020"/>
                </a:solidFill>
                <a:latin typeface="+mj-lt"/>
                <a:cs typeface="Helvetica"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id-ID" dirty="0"/>
              <a:t>SLIDE TITLE</a:t>
            </a:r>
            <a:endParaRPr lang="en-US" dirty="0"/>
          </a:p>
        </p:txBody>
      </p:sp>
      <p:sp>
        <p:nvSpPr>
          <p:cNvPr id="8" name="Text Placeholder 3"/>
          <p:cNvSpPr>
            <a:spLocks noGrp="1"/>
          </p:cNvSpPr>
          <p:nvPr>
            <p:ph type="body" sz="quarter" idx="15" hasCustomPrompt="1"/>
          </p:nvPr>
        </p:nvSpPr>
        <p:spPr>
          <a:xfrm>
            <a:off x="701461" y="527597"/>
            <a:ext cx="11234711" cy="582644"/>
          </a:xfrm>
        </p:spPr>
        <p:txBody>
          <a:bodyPr anchor="ctr">
            <a:normAutofit/>
          </a:bodyPr>
          <a:lstStyle>
            <a:lvl1pPr marL="0" indent="0">
              <a:lnSpc>
                <a:spcPct val="80000"/>
              </a:lnSpc>
              <a:spcBef>
                <a:spcPts val="0"/>
              </a:spcBef>
              <a:buNone/>
              <a:defRPr sz="1600" baseline="0">
                <a:solidFill>
                  <a:srgbClr val="353837"/>
                </a:solidFill>
                <a:latin typeface="+mj-lt"/>
                <a:cs typeface="Helvetica"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id-ID" dirty="0"/>
              <a:t>Headline tells the story</a:t>
            </a:r>
            <a:endParaRPr lang="en-US" dirty="0"/>
          </a:p>
        </p:txBody>
      </p:sp>
      <p:sp>
        <p:nvSpPr>
          <p:cNvPr id="12" name="Rectangle 11"/>
          <p:cNvSpPr/>
          <p:nvPr userDrawn="1"/>
        </p:nvSpPr>
        <p:spPr>
          <a:xfrm>
            <a:off x="-880151" y="2244332"/>
            <a:ext cx="604700" cy="342439"/>
          </a:xfrm>
          <a:prstGeom prst="rect">
            <a:avLst/>
          </a:prstGeom>
          <a:solidFill>
            <a:srgbClr val="1F2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13" name="Rectangle 12"/>
          <p:cNvSpPr/>
          <p:nvPr userDrawn="1"/>
        </p:nvSpPr>
        <p:spPr>
          <a:xfrm>
            <a:off x="-880151" y="2628960"/>
            <a:ext cx="604700" cy="342439"/>
          </a:xfrm>
          <a:prstGeom prst="rect">
            <a:avLst/>
          </a:prstGeom>
          <a:solidFill>
            <a:srgbClr val="5859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14" name="Rectangle 13"/>
          <p:cNvSpPr/>
          <p:nvPr userDrawn="1"/>
        </p:nvSpPr>
        <p:spPr>
          <a:xfrm>
            <a:off x="-880151" y="3027236"/>
            <a:ext cx="604700" cy="342439"/>
          </a:xfrm>
          <a:prstGeom prst="rect">
            <a:avLst/>
          </a:prstGeom>
          <a:solidFill>
            <a:schemeClr val="tx2">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15" name="Rectangle 14"/>
          <p:cNvSpPr/>
          <p:nvPr userDrawn="1"/>
        </p:nvSpPr>
        <p:spPr>
          <a:xfrm>
            <a:off x="-880151" y="3411864"/>
            <a:ext cx="604700" cy="34243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43" name="Rectangle 42"/>
          <p:cNvSpPr/>
          <p:nvPr userDrawn="1"/>
        </p:nvSpPr>
        <p:spPr>
          <a:xfrm>
            <a:off x="-880151" y="3798370"/>
            <a:ext cx="604700" cy="342439"/>
          </a:xfrm>
          <a:prstGeom prst="rect">
            <a:avLst/>
          </a:prstGeom>
          <a:solidFill>
            <a:srgbClr val="DBD9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cxnSp>
        <p:nvCxnSpPr>
          <p:cNvPr id="21" name="Straight Connector 20"/>
          <p:cNvCxnSpPr/>
          <p:nvPr userDrawn="1"/>
        </p:nvCxnSpPr>
        <p:spPr>
          <a:xfrm>
            <a:off x="717928" y="527597"/>
            <a:ext cx="11218244" cy="0"/>
          </a:xfrm>
          <a:prstGeom prst="line">
            <a:avLst/>
          </a:prstGeom>
          <a:ln w="19050">
            <a:solidFill>
              <a:srgbClr val="D08D3F"/>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a:off x="712874" y="6677795"/>
            <a:ext cx="10757590" cy="0"/>
          </a:xfrm>
          <a:prstGeom prst="line">
            <a:avLst/>
          </a:prstGeom>
          <a:ln w="76200">
            <a:solidFill>
              <a:srgbClr val="D08D3F"/>
            </a:solidFill>
          </a:ln>
        </p:spPr>
        <p:style>
          <a:lnRef idx="1">
            <a:schemeClr val="accent1"/>
          </a:lnRef>
          <a:fillRef idx="0">
            <a:schemeClr val="accent1"/>
          </a:fillRef>
          <a:effectRef idx="0">
            <a:schemeClr val="accent1"/>
          </a:effectRef>
          <a:fontRef idx="minor">
            <a:schemeClr val="tx1"/>
          </a:fontRef>
        </p:style>
      </p:cxnSp>
      <p:sp>
        <p:nvSpPr>
          <p:cNvPr id="25" name="Rectangle 24"/>
          <p:cNvSpPr/>
          <p:nvPr userDrawn="1"/>
        </p:nvSpPr>
        <p:spPr>
          <a:xfrm>
            <a:off x="11551647" y="6532268"/>
            <a:ext cx="338554" cy="246221"/>
          </a:xfrm>
          <a:prstGeom prst="rect">
            <a:avLst/>
          </a:prstGeom>
        </p:spPr>
        <p:txBody>
          <a:bodyPr wrap="none">
            <a:spAutoFit/>
          </a:bodyPr>
          <a:lstStyle/>
          <a:p>
            <a:pPr algn="ctr">
              <a:defRPr/>
            </a:pPr>
            <a:fld id="{074DC5AA-6F99-4C51-A2A8-E6E19F6B47BD}" type="slidenum">
              <a:rPr lang="en-US" sz="1000" b="1" smtClean="0">
                <a:solidFill>
                  <a:srgbClr val="1F2020"/>
                </a:solidFill>
              </a:rPr>
              <a:pPr algn="ctr">
                <a:defRPr/>
              </a:pPr>
              <a:t>‹#›</a:t>
            </a:fld>
            <a:endParaRPr lang="en-US" sz="1000" b="1" dirty="0">
              <a:solidFill>
                <a:srgbClr val="1F2020"/>
              </a:solidFill>
            </a:endParaRPr>
          </a:p>
        </p:txBody>
      </p:sp>
      <p:cxnSp>
        <p:nvCxnSpPr>
          <p:cNvPr id="26" name="Straight Connector 25"/>
          <p:cNvCxnSpPr/>
          <p:nvPr userDrawn="1"/>
        </p:nvCxnSpPr>
        <p:spPr>
          <a:xfrm>
            <a:off x="747092" y="6750778"/>
            <a:ext cx="10690010" cy="0"/>
          </a:xfrm>
          <a:prstGeom prst="line">
            <a:avLst/>
          </a:prstGeom>
          <a:ln>
            <a:solidFill>
              <a:srgbClr val="000000"/>
            </a:solidFill>
          </a:ln>
        </p:spPr>
        <p:style>
          <a:lnRef idx="1">
            <a:schemeClr val="dk1"/>
          </a:lnRef>
          <a:fillRef idx="0">
            <a:schemeClr val="dk1"/>
          </a:fillRef>
          <a:effectRef idx="0">
            <a:schemeClr val="dk1"/>
          </a:effectRef>
          <a:fontRef idx="minor">
            <a:schemeClr val="tx1"/>
          </a:fontRef>
        </p:style>
      </p:cxnSp>
      <p:sp>
        <p:nvSpPr>
          <p:cNvPr id="34" name="Rectangle 33"/>
          <p:cNvSpPr/>
          <p:nvPr userDrawn="1"/>
        </p:nvSpPr>
        <p:spPr>
          <a:xfrm>
            <a:off x="-873455" y="696037"/>
            <a:ext cx="604700" cy="342439"/>
          </a:xfrm>
          <a:prstGeom prst="rect">
            <a:avLst/>
          </a:prstGeom>
          <a:solidFill>
            <a:srgbClr val="E79D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35" name="Rectangle 34"/>
          <p:cNvSpPr/>
          <p:nvPr userDrawn="1"/>
        </p:nvSpPr>
        <p:spPr>
          <a:xfrm>
            <a:off x="-873455" y="1080665"/>
            <a:ext cx="604700" cy="342439"/>
          </a:xfrm>
          <a:prstGeom prst="rect">
            <a:avLst/>
          </a:prstGeom>
          <a:solidFill>
            <a:srgbClr val="EAAA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36" name="Rectangle 35"/>
          <p:cNvSpPr/>
          <p:nvPr userDrawn="1"/>
        </p:nvSpPr>
        <p:spPr>
          <a:xfrm>
            <a:off x="-873455" y="1465293"/>
            <a:ext cx="604700" cy="342439"/>
          </a:xfrm>
          <a:prstGeom prst="rect">
            <a:avLst/>
          </a:prstGeom>
          <a:solidFill>
            <a:srgbClr val="EEBC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38" name="Rectangle 37"/>
          <p:cNvSpPr/>
          <p:nvPr userDrawn="1"/>
        </p:nvSpPr>
        <p:spPr>
          <a:xfrm>
            <a:off x="-873456" y="1849921"/>
            <a:ext cx="604700" cy="342439"/>
          </a:xfrm>
          <a:prstGeom prst="rect">
            <a:avLst/>
          </a:prstGeom>
          <a:solidFill>
            <a:srgbClr val="F0C2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40" name="Rectangle 39"/>
          <p:cNvSpPr/>
          <p:nvPr userDrawn="1"/>
        </p:nvSpPr>
        <p:spPr>
          <a:xfrm>
            <a:off x="-873459" y="311408"/>
            <a:ext cx="604700" cy="342439"/>
          </a:xfrm>
          <a:prstGeom prst="rect">
            <a:avLst/>
          </a:prstGeom>
          <a:solidFill>
            <a:srgbClr val="D08D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pic>
        <p:nvPicPr>
          <p:cNvPr id="19" name="Picture 18">
            <a:extLst>
              <a:ext uri="{FF2B5EF4-FFF2-40B4-BE49-F238E27FC236}">
                <a16:creationId xmlns:a16="http://schemas.microsoft.com/office/drawing/2014/main" id="{0A6524C0-22F8-4A0C-BA89-1E23DE709DC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55608" t="71569" r="26958" b="8236"/>
          <a:stretch/>
        </p:blipFill>
        <p:spPr>
          <a:xfrm>
            <a:off x="11196737" y="262940"/>
            <a:ext cx="747120" cy="533995"/>
          </a:xfrm>
          <a:prstGeom prst="rect">
            <a:avLst/>
          </a:prstGeom>
        </p:spPr>
      </p:pic>
    </p:spTree>
    <p:extLst>
      <p:ext uri="{BB962C8B-B14F-4D97-AF65-F5344CB8AC3E}">
        <p14:creationId xmlns:p14="http://schemas.microsoft.com/office/powerpoint/2010/main" val="210447955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26_Title and Content">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701461" y="60610"/>
            <a:ext cx="11234711" cy="472790"/>
          </a:xfrm>
        </p:spPr>
        <p:txBody>
          <a:bodyPr anchor="ctr">
            <a:noAutofit/>
          </a:bodyPr>
          <a:lstStyle>
            <a:lvl1pPr marL="0" indent="0">
              <a:buNone/>
              <a:defRPr sz="2200" b="1" baseline="0">
                <a:solidFill>
                  <a:srgbClr val="1F2020"/>
                </a:solidFill>
                <a:latin typeface="+mj-lt"/>
                <a:cs typeface="Helvetica"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id-ID" dirty="0"/>
              <a:t>SLIDE TITLE</a:t>
            </a:r>
            <a:endParaRPr lang="en-US" dirty="0"/>
          </a:p>
        </p:txBody>
      </p:sp>
      <p:sp>
        <p:nvSpPr>
          <p:cNvPr id="8" name="Text Placeholder 3"/>
          <p:cNvSpPr>
            <a:spLocks noGrp="1"/>
          </p:cNvSpPr>
          <p:nvPr>
            <p:ph type="body" sz="quarter" idx="15" hasCustomPrompt="1"/>
          </p:nvPr>
        </p:nvSpPr>
        <p:spPr>
          <a:xfrm>
            <a:off x="701461" y="527597"/>
            <a:ext cx="11234711" cy="582644"/>
          </a:xfrm>
        </p:spPr>
        <p:txBody>
          <a:bodyPr anchor="ctr">
            <a:normAutofit/>
          </a:bodyPr>
          <a:lstStyle>
            <a:lvl1pPr marL="0" indent="0">
              <a:lnSpc>
                <a:spcPct val="80000"/>
              </a:lnSpc>
              <a:spcBef>
                <a:spcPts val="0"/>
              </a:spcBef>
              <a:buNone/>
              <a:defRPr sz="1600" baseline="0">
                <a:solidFill>
                  <a:srgbClr val="353837"/>
                </a:solidFill>
                <a:latin typeface="+mj-lt"/>
                <a:cs typeface="Helvetica"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id-ID" dirty="0"/>
              <a:t>Headline tells the story</a:t>
            </a:r>
            <a:endParaRPr lang="en-US" dirty="0"/>
          </a:p>
        </p:txBody>
      </p:sp>
      <p:sp>
        <p:nvSpPr>
          <p:cNvPr id="12" name="Rectangle 11"/>
          <p:cNvSpPr/>
          <p:nvPr userDrawn="1"/>
        </p:nvSpPr>
        <p:spPr>
          <a:xfrm>
            <a:off x="-880151" y="2244332"/>
            <a:ext cx="604700" cy="342439"/>
          </a:xfrm>
          <a:prstGeom prst="rect">
            <a:avLst/>
          </a:prstGeom>
          <a:solidFill>
            <a:srgbClr val="1F2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13" name="Rectangle 12"/>
          <p:cNvSpPr/>
          <p:nvPr userDrawn="1"/>
        </p:nvSpPr>
        <p:spPr>
          <a:xfrm>
            <a:off x="-880151" y="2628960"/>
            <a:ext cx="604700" cy="342439"/>
          </a:xfrm>
          <a:prstGeom prst="rect">
            <a:avLst/>
          </a:prstGeom>
          <a:solidFill>
            <a:srgbClr val="5859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14" name="Rectangle 13"/>
          <p:cNvSpPr/>
          <p:nvPr userDrawn="1"/>
        </p:nvSpPr>
        <p:spPr>
          <a:xfrm>
            <a:off x="-880151" y="3027236"/>
            <a:ext cx="604700" cy="342439"/>
          </a:xfrm>
          <a:prstGeom prst="rect">
            <a:avLst/>
          </a:prstGeom>
          <a:solidFill>
            <a:schemeClr val="tx2">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15" name="Rectangle 14"/>
          <p:cNvSpPr/>
          <p:nvPr userDrawn="1"/>
        </p:nvSpPr>
        <p:spPr>
          <a:xfrm>
            <a:off x="-880151" y="3411864"/>
            <a:ext cx="604700" cy="34243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43" name="Rectangle 42"/>
          <p:cNvSpPr/>
          <p:nvPr userDrawn="1"/>
        </p:nvSpPr>
        <p:spPr>
          <a:xfrm>
            <a:off x="-880151" y="3798370"/>
            <a:ext cx="604700" cy="342439"/>
          </a:xfrm>
          <a:prstGeom prst="rect">
            <a:avLst/>
          </a:prstGeom>
          <a:solidFill>
            <a:srgbClr val="DBD9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23" name="Rectangle 22"/>
          <p:cNvSpPr/>
          <p:nvPr userDrawn="1"/>
        </p:nvSpPr>
        <p:spPr bwMode="auto">
          <a:xfrm>
            <a:off x="64767" y="6576296"/>
            <a:ext cx="682286" cy="215444"/>
          </a:xfrm>
          <a:prstGeom prst="rect">
            <a:avLst/>
          </a:prstGeom>
          <a:noFill/>
        </p:spPr>
        <p:txBody>
          <a:bodyPr wrap="square" anchor="ctr">
            <a:spAutoFit/>
          </a:bodyPr>
          <a:lstStyle/>
          <a:p>
            <a:pPr algn="l" fontAlgn="auto">
              <a:spcBef>
                <a:spcPts val="0"/>
              </a:spcBef>
              <a:spcAft>
                <a:spcPts val="0"/>
              </a:spcAft>
              <a:defRPr/>
            </a:pPr>
            <a:r>
              <a:rPr kumimoji="0" lang="fr-FR" sz="800" dirty="0">
                <a:solidFill>
                  <a:schemeClr val="bg1">
                    <a:lumMod val="50000"/>
                  </a:schemeClr>
                </a:solidFill>
                <a:latin typeface="+mn-lt"/>
                <a:ea typeface="Geneva" pitchFamily="-107" charset="-70"/>
                <a:cs typeface="Futura"/>
              </a:rPr>
              <a:t>©201</a:t>
            </a:r>
            <a:r>
              <a:rPr kumimoji="0" lang="id-ID" sz="800" dirty="0">
                <a:solidFill>
                  <a:schemeClr val="bg1">
                    <a:lumMod val="50000"/>
                  </a:schemeClr>
                </a:solidFill>
                <a:latin typeface="+mn-lt"/>
                <a:ea typeface="Geneva" pitchFamily="-107" charset="-70"/>
                <a:cs typeface="Futura"/>
              </a:rPr>
              <a:t>8</a:t>
            </a:r>
            <a:endParaRPr kumimoji="0" lang="en-US" sz="800" dirty="0">
              <a:solidFill>
                <a:schemeClr val="bg1">
                  <a:lumMod val="50000"/>
                </a:schemeClr>
              </a:solidFill>
              <a:latin typeface="+mn-lt"/>
              <a:ea typeface="Geneva" pitchFamily="-107" charset="-70"/>
              <a:cs typeface="Futura"/>
            </a:endParaRPr>
          </a:p>
        </p:txBody>
      </p:sp>
      <p:cxnSp>
        <p:nvCxnSpPr>
          <p:cNvPr id="21" name="Straight Connector 20"/>
          <p:cNvCxnSpPr/>
          <p:nvPr userDrawn="1"/>
        </p:nvCxnSpPr>
        <p:spPr>
          <a:xfrm>
            <a:off x="717928" y="527597"/>
            <a:ext cx="11218244" cy="0"/>
          </a:xfrm>
          <a:prstGeom prst="line">
            <a:avLst/>
          </a:prstGeom>
          <a:ln w="19050">
            <a:solidFill>
              <a:srgbClr val="D08D3F"/>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a:off x="712874" y="6677795"/>
            <a:ext cx="10757590" cy="0"/>
          </a:xfrm>
          <a:prstGeom prst="line">
            <a:avLst/>
          </a:prstGeom>
          <a:ln w="76200">
            <a:solidFill>
              <a:srgbClr val="D08D3F"/>
            </a:solidFill>
          </a:ln>
        </p:spPr>
        <p:style>
          <a:lnRef idx="1">
            <a:schemeClr val="accent1"/>
          </a:lnRef>
          <a:fillRef idx="0">
            <a:schemeClr val="accent1"/>
          </a:fillRef>
          <a:effectRef idx="0">
            <a:schemeClr val="accent1"/>
          </a:effectRef>
          <a:fontRef idx="minor">
            <a:schemeClr val="tx1"/>
          </a:fontRef>
        </p:style>
      </p:cxnSp>
      <p:sp>
        <p:nvSpPr>
          <p:cNvPr id="25" name="Rectangle 24"/>
          <p:cNvSpPr/>
          <p:nvPr userDrawn="1"/>
        </p:nvSpPr>
        <p:spPr>
          <a:xfrm>
            <a:off x="11551647" y="6532268"/>
            <a:ext cx="338554" cy="246221"/>
          </a:xfrm>
          <a:prstGeom prst="rect">
            <a:avLst/>
          </a:prstGeom>
        </p:spPr>
        <p:txBody>
          <a:bodyPr wrap="none">
            <a:spAutoFit/>
          </a:bodyPr>
          <a:lstStyle/>
          <a:p>
            <a:pPr algn="ctr">
              <a:defRPr/>
            </a:pPr>
            <a:fld id="{074DC5AA-6F99-4C51-A2A8-E6E19F6B47BD}" type="slidenum">
              <a:rPr lang="en-US" sz="1000" b="1" smtClean="0">
                <a:solidFill>
                  <a:srgbClr val="1F2020"/>
                </a:solidFill>
              </a:rPr>
              <a:pPr algn="ctr">
                <a:defRPr/>
              </a:pPr>
              <a:t>‹#›</a:t>
            </a:fld>
            <a:endParaRPr lang="en-US" sz="1000" b="1" dirty="0">
              <a:solidFill>
                <a:srgbClr val="1F2020"/>
              </a:solidFill>
            </a:endParaRPr>
          </a:p>
        </p:txBody>
      </p:sp>
      <p:cxnSp>
        <p:nvCxnSpPr>
          <p:cNvPr id="26" name="Straight Connector 25"/>
          <p:cNvCxnSpPr/>
          <p:nvPr userDrawn="1"/>
        </p:nvCxnSpPr>
        <p:spPr>
          <a:xfrm>
            <a:off x="747092" y="6750778"/>
            <a:ext cx="10690010" cy="0"/>
          </a:xfrm>
          <a:prstGeom prst="line">
            <a:avLst/>
          </a:prstGeom>
          <a:ln>
            <a:solidFill>
              <a:srgbClr val="000000"/>
            </a:solidFill>
          </a:ln>
        </p:spPr>
        <p:style>
          <a:lnRef idx="1">
            <a:schemeClr val="dk1"/>
          </a:lnRef>
          <a:fillRef idx="0">
            <a:schemeClr val="dk1"/>
          </a:fillRef>
          <a:effectRef idx="0">
            <a:schemeClr val="dk1"/>
          </a:effectRef>
          <a:fontRef idx="minor">
            <a:schemeClr val="tx1"/>
          </a:fontRef>
        </p:style>
      </p:cxnSp>
      <p:sp>
        <p:nvSpPr>
          <p:cNvPr id="34" name="Rectangle 33"/>
          <p:cNvSpPr/>
          <p:nvPr userDrawn="1"/>
        </p:nvSpPr>
        <p:spPr>
          <a:xfrm>
            <a:off x="-873455" y="696037"/>
            <a:ext cx="604700" cy="342439"/>
          </a:xfrm>
          <a:prstGeom prst="rect">
            <a:avLst/>
          </a:prstGeom>
          <a:solidFill>
            <a:srgbClr val="E79D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35" name="Rectangle 34"/>
          <p:cNvSpPr/>
          <p:nvPr userDrawn="1"/>
        </p:nvSpPr>
        <p:spPr>
          <a:xfrm>
            <a:off x="-873455" y="1080665"/>
            <a:ext cx="604700" cy="342439"/>
          </a:xfrm>
          <a:prstGeom prst="rect">
            <a:avLst/>
          </a:prstGeom>
          <a:solidFill>
            <a:srgbClr val="EAAA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36" name="Rectangle 35"/>
          <p:cNvSpPr/>
          <p:nvPr userDrawn="1"/>
        </p:nvSpPr>
        <p:spPr>
          <a:xfrm>
            <a:off x="-873455" y="1465293"/>
            <a:ext cx="604700" cy="342439"/>
          </a:xfrm>
          <a:prstGeom prst="rect">
            <a:avLst/>
          </a:prstGeom>
          <a:solidFill>
            <a:srgbClr val="EEBC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38" name="Rectangle 37"/>
          <p:cNvSpPr/>
          <p:nvPr userDrawn="1"/>
        </p:nvSpPr>
        <p:spPr>
          <a:xfrm>
            <a:off x="-873456" y="1849921"/>
            <a:ext cx="604700" cy="342439"/>
          </a:xfrm>
          <a:prstGeom prst="rect">
            <a:avLst/>
          </a:prstGeom>
          <a:solidFill>
            <a:srgbClr val="F0C2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40" name="Rectangle 39"/>
          <p:cNvSpPr/>
          <p:nvPr userDrawn="1"/>
        </p:nvSpPr>
        <p:spPr>
          <a:xfrm>
            <a:off x="-873459" y="311408"/>
            <a:ext cx="604700" cy="342439"/>
          </a:xfrm>
          <a:prstGeom prst="rect">
            <a:avLst/>
          </a:prstGeom>
          <a:solidFill>
            <a:srgbClr val="D08D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pic>
        <p:nvPicPr>
          <p:cNvPr id="19" name="Picture 18">
            <a:extLst>
              <a:ext uri="{FF2B5EF4-FFF2-40B4-BE49-F238E27FC236}">
                <a16:creationId xmlns:a16="http://schemas.microsoft.com/office/drawing/2014/main" id="{0A6524C0-22F8-4A0C-BA89-1E23DE709DC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55608" t="71569" r="26958" b="8236"/>
          <a:stretch/>
        </p:blipFill>
        <p:spPr>
          <a:xfrm>
            <a:off x="11196737" y="262940"/>
            <a:ext cx="747120" cy="533995"/>
          </a:xfrm>
          <a:prstGeom prst="rect">
            <a:avLst/>
          </a:prstGeom>
        </p:spPr>
      </p:pic>
    </p:spTree>
    <p:extLst>
      <p:ext uri="{BB962C8B-B14F-4D97-AF65-F5344CB8AC3E}">
        <p14:creationId xmlns:p14="http://schemas.microsoft.com/office/powerpoint/2010/main" val="158993127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3_Title Slide">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7464"/>
          </a:xfrm>
          <a:prstGeom prst="rect">
            <a:avLst/>
          </a:prstGeom>
        </p:spPr>
      </p:pic>
      <p:pic>
        <p:nvPicPr>
          <p:cNvPr id="8" name="Picture 7">
            <a:extLst>
              <a:ext uri="{FF2B5EF4-FFF2-40B4-BE49-F238E27FC236}">
                <a16:creationId xmlns:a16="http://schemas.microsoft.com/office/drawing/2014/main" id="{F65132E7-F547-4D1D-A3C4-CD5EC497E21F}"/>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55608" t="71569" r="8509" b="8236"/>
          <a:stretch/>
        </p:blipFill>
        <p:spPr>
          <a:xfrm>
            <a:off x="8399056" y="77553"/>
            <a:ext cx="3296367" cy="1144668"/>
          </a:xfrm>
          <a:prstGeom prst="rect">
            <a:avLst/>
          </a:prstGeom>
        </p:spPr>
      </p:pic>
      <p:sp>
        <p:nvSpPr>
          <p:cNvPr id="9" name="Rectangle 8">
            <a:extLst>
              <a:ext uri="{FF2B5EF4-FFF2-40B4-BE49-F238E27FC236}">
                <a16:creationId xmlns:a16="http://schemas.microsoft.com/office/drawing/2014/main" id="{F1003827-A120-4DEF-96A7-FEB709E6148F}"/>
              </a:ext>
            </a:extLst>
          </p:cNvPr>
          <p:cNvSpPr/>
          <p:nvPr userDrawn="1"/>
        </p:nvSpPr>
        <p:spPr>
          <a:xfrm>
            <a:off x="15631" y="12700"/>
            <a:ext cx="2317031" cy="331895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pic>
        <p:nvPicPr>
          <p:cNvPr id="10" name="Picture 9">
            <a:extLst>
              <a:ext uri="{FF2B5EF4-FFF2-40B4-BE49-F238E27FC236}">
                <a16:creationId xmlns:a16="http://schemas.microsoft.com/office/drawing/2014/main" id="{FFCE4B20-EBE6-404E-A89C-4A1F40B45B29}"/>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r="83529" b="64507"/>
          <a:stretch/>
        </p:blipFill>
        <p:spPr>
          <a:xfrm>
            <a:off x="1" y="5262"/>
            <a:ext cx="1853626" cy="2433918"/>
          </a:xfrm>
          <a:prstGeom prst="rect">
            <a:avLst/>
          </a:prstGeom>
        </p:spPr>
      </p:pic>
      <p:sp>
        <p:nvSpPr>
          <p:cNvPr id="11" name="Rectangle 10">
            <a:extLst>
              <a:ext uri="{FF2B5EF4-FFF2-40B4-BE49-F238E27FC236}">
                <a16:creationId xmlns:a16="http://schemas.microsoft.com/office/drawing/2014/main" id="{E14CA234-3614-43A5-957F-2D3A70F2E88C}"/>
              </a:ext>
            </a:extLst>
          </p:cNvPr>
          <p:cNvSpPr/>
          <p:nvPr userDrawn="1"/>
        </p:nvSpPr>
        <p:spPr>
          <a:xfrm>
            <a:off x="8988132" y="1371600"/>
            <a:ext cx="3188238" cy="5486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pic>
        <p:nvPicPr>
          <p:cNvPr id="12" name="Picture 11">
            <a:extLst>
              <a:ext uri="{FF2B5EF4-FFF2-40B4-BE49-F238E27FC236}">
                <a16:creationId xmlns:a16="http://schemas.microsoft.com/office/drawing/2014/main" id="{F4B06B4A-0DF1-4A9F-852C-D6800EC5216A}"/>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l="70724" t="19805"/>
          <a:stretch/>
        </p:blipFill>
        <p:spPr>
          <a:xfrm>
            <a:off x="10744795" y="4628272"/>
            <a:ext cx="1447205" cy="2229729"/>
          </a:xfrm>
          <a:prstGeom prst="rect">
            <a:avLst/>
          </a:prstGeom>
        </p:spPr>
      </p:pic>
    </p:spTree>
    <p:extLst>
      <p:ext uri="{BB962C8B-B14F-4D97-AF65-F5344CB8AC3E}">
        <p14:creationId xmlns:p14="http://schemas.microsoft.com/office/powerpoint/2010/main" val="205069447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2F58E01-DAC6-4C9B-8BBA-BDAE54EAA646}"/>
              </a:ext>
            </a:extLst>
          </p:cNvPr>
          <p:cNvSpPr/>
          <p:nvPr userDrawn="1"/>
        </p:nvSpPr>
        <p:spPr>
          <a:xfrm>
            <a:off x="-879229" y="2244728"/>
            <a:ext cx="603738" cy="341313"/>
          </a:xfrm>
          <a:prstGeom prst="rect">
            <a:avLst/>
          </a:prstGeom>
          <a:solidFill>
            <a:srgbClr val="1F202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sz="1463"/>
          </a:p>
        </p:txBody>
      </p:sp>
      <p:sp>
        <p:nvSpPr>
          <p:cNvPr id="6" name="Rectangle 5">
            <a:extLst>
              <a:ext uri="{FF2B5EF4-FFF2-40B4-BE49-F238E27FC236}">
                <a16:creationId xmlns:a16="http://schemas.microsoft.com/office/drawing/2014/main" id="{75FF69D6-D73B-4FA8-9CFF-1C5329BC2CC8}"/>
              </a:ext>
            </a:extLst>
          </p:cNvPr>
          <p:cNvSpPr/>
          <p:nvPr userDrawn="1"/>
        </p:nvSpPr>
        <p:spPr>
          <a:xfrm>
            <a:off x="-879229" y="2628900"/>
            <a:ext cx="603738" cy="342900"/>
          </a:xfrm>
          <a:prstGeom prst="rect">
            <a:avLst/>
          </a:prstGeom>
          <a:solidFill>
            <a:srgbClr val="5859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sz="1463"/>
          </a:p>
        </p:txBody>
      </p:sp>
      <p:sp>
        <p:nvSpPr>
          <p:cNvPr id="7" name="Rectangle 6">
            <a:extLst>
              <a:ext uri="{FF2B5EF4-FFF2-40B4-BE49-F238E27FC236}">
                <a16:creationId xmlns:a16="http://schemas.microsoft.com/office/drawing/2014/main" id="{05EED29F-89A7-495F-8AE1-B17888976E04}"/>
              </a:ext>
            </a:extLst>
          </p:cNvPr>
          <p:cNvSpPr/>
          <p:nvPr userDrawn="1"/>
        </p:nvSpPr>
        <p:spPr>
          <a:xfrm>
            <a:off x="-879229" y="3027363"/>
            <a:ext cx="603738" cy="342900"/>
          </a:xfrm>
          <a:prstGeom prst="rect">
            <a:avLst/>
          </a:prstGeom>
          <a:solidFill>
            <a:schemeClr val="tx2">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sz="1463"/>
          </a:p>
        </p:txBody>
      </p:sp>
      <p:sp>
        <p:nvSpPr>
          <p:cNvPr id="9" name="Rectangle 8">
            <a:extLst>
              <a:ext uri="{FF2B5EF4-FFF2-40B4-BE49-F238E27FC236}">
                <a16:creationId xmlns:a16="http://schemas.microsoft.com/office/drawing/2014/main" id="{DE28AFB3-BB3E-4B6D-875C-32B51F763712}"/>
              </a:ext>
            </a:extLst>
          </p:cNvPr>
          <p:cNvSpPr/>
          <p:nvPr userDrawn="1"/>
        </p:nvSpPr>
        <p:spPr>
          <a:xfrm>
            <a:off x="-879229" y="3411538"/>
            <a:ext cx="603738" cy="3429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sz="1463"/>
          </a:p>
        </p:txBody>
      </p:sp>
      <p:sp>
        <p:nvSpPr>
          <p:cNvPr id="10" name="Rectangle 9">
            <a:extLst>
              <a:ext uri="{FF2B5EF4-FFF2-40B4-BE49-F238E27FC236}">
                <a16:creationId xmlns:a16="http://schemas.microsoft.com/office/drawing/2014/main" id="{4552ACE0-3F08-4DEE-A7BE-9D4B030A29D0}"/>
              </a:ext>
            </a:extLst>
          </p:cNvPr>
          <p:cNvSpPr/>
          <p:nvPr userDrawn="1"/>
        </p:nvSpPr>
        <p:spPr>
          <a:xfrm>
            <a:off x="-879229" y="3798888"/>
            <a:ext cx="603738" cy="341312"/>
          </a:xfrm>
          <a:prstGeom prst="rect">
            <a:avLst/>
          </a:prstGeom>
          <a:solidFill>
            <a:srgbClr val="DBD9C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sz="1463"/>
          </a:p>
        </p:txBody>
      </p:sp>
      <p:sp>
        <p:nvSpPr>
          <p:cNvPr id="11" name="Rectangle 10">
            <a:extLst>
              <a:ext uri="{FF2B5EF4-FFF2-40B4-BE49-F238E27FC236}">
                <a16:creationId xmlns:a16="http://schemas.microsoft.com/office/drawing/2014/main" id="{53809FAD-CEAC-4FA6-9071-2259016C30F5}"/>
              </a:ext>
            </a:extLst>
          </p:cNvPr>
          <p:cNvSpPr>
            <a:spLocks noChangeArrowheads="1"/>
          </p:cNvSpPr>
          <p:nvPr userDrawn="1"/>
        </p:nvSpPr>
        <p:spPr bwMode="auto">
          <a:xfrm>
            <a:off x="64479" y="6569203"/>
            <a:ext cx="681892" cy="229935"/>
          </a:xfrm>
          <a:prstGeom prst="rect">
            <a:avLst/>
          </a:prstGeom>
          <a:noFill/>
          <a:ln>
            <a:noFill/>
          </a:ln>
        </p:spPr>
        <p:txBody>
          <a:bodyPr anchor="ctr">
            <a:spAutoFit/>
          </a:bodyPr>
          <a:lstStyle>
            <a:lvl1pPr>
              <a:defRPr>
                <a:solidFill>
                  <a:schemeClr val="tx1"/>
                </a:solidFill>
                <a:latin typeface="Segoe UI" panose="020B0502040204020203" pitchFamily="34" charset="0"/>
              </a:defRPr>
            </a:lvl1pPr>
            <a:lvl2pPr marL="742950" indent="-285750">
              <a:defRPr>
                <a:solidFill>
                  <a:schemeClr val="tx1"/>
                </a:solidFill>
                <a:latin typeface="Segoe UI" panose="020B0502040204020203" pitchFamily="34" charset="0"/>
              </a:defRPr>
            </a:lvl2pPr>
            <a:lvl3pPr marL="1143000" indent="-228600">
              <a:defRPr>
                <a:solidFill>
                  <a:schemeClr val="tx1"/>
                </a:solidFill>
                <a:latin typeface="Segoe UI" panose="020B0502040204020203" pitchFamily="34" charset="0"/>
              </a:defRPr>
            </a:lvl3pPr>
            <a:lvl4pPr marL="1600200" indent="-228600">
              <a:defRPr>
                <a:solidFill>
                  <a:schemeClr val="tx1"/>
                </a:solidFill>
                <a:latin typeface="Segoe UI" panose="020B0502040204020203" pitchFamily="34" charset="0"/>
              </a:defRPr>
            </a:lvl4pPr>
            <a:lvl5pPr marL="2057400" indent="-228600">
              <a:defRPr>
                <a:solidFill>
                  <a:schemeClr val="tx1"/>
                </a:solidFill>
                <a:latin typeface="Segoe UI" panose="020B0502040204020203" pitchFamily="34" charset="0"/>
              </a:defRPr>
            </a:lvl5pPr>
            <a:lvl6pPr marL="2514600" indent="-228600" fontAlgn="base">
              <a:spcBef>
                <a:spcPct val="0"/>
              </a:spcBef>
              <a:spcAft>
                <a:spcPct val="0"/>
              </a:spcAft>
              <a:defRPr>
                <a:solidFill>
                  <a:schemeClr val="tx1"/>
                </a:solidFill>
                <a:latin typeface="Segoe UI" panose="020B0502040204020203" pitchFamily="34" charset="0"/>
              </a:defRPr>
            </a:lvl6pPr>
            <a:lvl7pPr marL="2971800" indent="-228600" fontAlgn="base">
              <a:spcBef>
                <a:spcPct val="0"/>
              </a:spcBef>
              <a:spcAft>
                <a:spcPct val="0"/>
              </a:spcAft>
              <a:defRPr>
                <a:solidFill>
                  <a:schemeClr val="tx1"/>
                </a:solidFill>
                <a:latin typeface="Segoe UI" panose="020B0502040204020203" pitchFamily="34" charset="0"/>
              </a:defRPr>
            </a:lvl7pPr>
            <a:lvl8pPr marL="3429000" indent="-228600" fontAlgn="base">
              <a:spcBef>
                <a:spcPct val="0"/>
              </a:spcBef>
              <a:spcAft>
                <a:spcPct val="0"/>
              </a:spcAft>
              <a:defRPr>
                <a:solidFill>
                  <a:schemeClr val="tx1"/>
                </a:solidFill>
                <a:latin typeface="Segoe UI" panose="020B0502040204020203" pitchFamily="34" charset="0"/>
              </a:defRPr>
            </a:lvl8pPr>
            <a:lvl9pPr marL="3886200" indent="-228600" fontAlgn="base">
              <a:spcBef>
                <a:spcPct val="0"/>
              </a:spcBef>
              <a:spcAft>
                <a:spcPct val="0"/>
              </a:spcAft>
              <a:defRPr>
                <a:solidFill>
                  <a:schemeClr val="tx1"/>
                </a:solidFill>
                <a:latin typeface="Segoe UI" panose="020B0502040204020203" pitchFamily="34" charset="0"/>
              </a:defRPr>
            </a:lvl9pPr>
          </a:lstStyle>
          <a:p>
            <a:pPr eaLnBrk="1" hangingPunct="1">
              <a:defRPr/>
            </a:pPr>
            <a:r>
              <a:rPr lang="fr-FR" altLang="en-US" sz="894" dirty="0">
                <a:solidFill>
                  <a:srgbClr val="7F7F7F"/>
                </a:solidFill>
                <a:latin typeface="Segoe UI" panose="020B0502040204020203" pitchFamily="34" charset="0"/>
                <a:ea typeface="Geneva"/>
                <a:cs typeface="Segoe UI" panose="020B0502040204020203" pitchFamily="34" charset="0"/>
              </a:rPr>
              <a:t>©2020</a:t>
            </a:r>
            <a:endParaRPr lang="en-US" altLang="en-US" sz="894" dirty="0">
              <a:solidFill>
                <a:srgbClr val="7F7F7F"/>
              </a:solidFill>
              <a:latin typeface="Segoe UI" panose="020B0502040204020203" pitchFamily="34" charset="0"/>
              <a:ea typeface="Geneva"/>
              <a:cs typeface="Segoe UI" panose="020B0502040204020203" pitchFamily="34" charset="0"/>
            </a:endParaRPr>
          </a:p>
        </p:txBody>
      </p:sp>
      <p:cxnSp>
        <p:nvCxnSpPr>
          <p:cNvPr id="12" name="Straight Connector 11">
            <a:extLst>
              <a:ext uri="{FF2B5EF4-FFF2-40B4-BE49-F238E27FC236}">
                <a16:creationId xmlns:a16="http://schemas.microsoft.com/office/drawing/2014/main" id="{24A7A5E8-1BFA-42AE-961F-EC6B30F486AE}"/>
              </a:ext>
            </a:extLst>
          </p:cNvPr>
          <p:cNvCxnSpPr/>
          <p:nvPr userDrawn="1"/>
        </p:nvCxnSpPr>
        <p:spPr>
          <a:xfrm>
            <a:off x="230556" y="536575"/>
            <a:ext cx="11625385" cy="0"/>
          </a:xfrm>
          <a:prstGeom prst="line">
            <a:avLst/>
          </a:prstGeom>
          <a:ln w="19050">
            <a:solidFill>
              <a:srgbClr val="D08D3F"/>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AB9CA8E-6810-4DC0-8BED-B7DFC90DA1A5}"/>
              </a:ext>
            </a:extLst>
          </p:cNvPr>
          <p:cNvCxnSpPr/>
          <p:nvPr userDrawn="1"/>
        </p:nvCxnSpPr>
        <p:spPr>
          <a:xfrm>
            <a:off x="713156" y="6677025"/>
            <a:ext cx="10757877" cy="0"/>
          </a:xfrm>
          <a:prstGeom prst="line">
            <a:avLst/>
          </a:prstGeom>
          <a:ln w="76200">
            <a:solidFill>
              <a:srgbClr val="D08D3F"/>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96BDC478-4F39-4A39-A48D-38FCCA1B31A9}"/>
              </a:ext>
            </a:extLst>
          </p:cNvPr>
          <p:cNvSpPr>
            <a:spLocks noChangeArrowheads="1"/>
          </p:cNvSpPr>
          <p:nvPr userDrawn="1"/>
        </p:nvSpPr>
        <p:spPr bwMode="auto">
          <a:xfrm>
            <a:off x="11555053" y="6532565"/>
            <a:ext cx="332142" cy="229935"/>
          </a:xfrm>
          <a:prstGeom prst="rect">
            <a:avLst/>
          </a:prstGeom>
          <a:noFill/>
          <a:ln>
            <a:noFill/>
          </a:ln>
        </p:spPr>
        <p:txBody>
          <a:bodyPr wrap="none">
            <a:spAutoFit/>
          </a:bodyPr>
          <a:lstStyle>
            <a:lvl1pPr>
              <a:defRPr>
                <a:solidFill>
                  <a:schemeClr val="tx1"/>
                </a:solidFill>
                <a:latin typeface="Segoe UI" panose="020B0502040204020203" pitchFamily="34" charset="0"/>
              </a:defRPr>
            </a:lvl1pPr>
            <a:lvl2pPr marL="742950" indent="-285750">
              <a:defRPr>
                <a:solidFill>
                  <a:schemeClr val="tx1"/>
                </a:solidFill>
                <a:latin typeface="Segoe UI" panose="020B0502040204020203" pitchFamily="34" charset="0"/>
              </a:defRPr>
            </a:lvl2pPr>
            <a:lvl3pPr marL="1143000" indent="-228600">
              <a:defRPr>
                <a:solidFill>
                  <a:schemeClr val="tx1"/>
                </a:solidFill>
                <a:latin typeface="Segoe UI" panose="020B0502040204020203" pitchFamily="34" charset="0"/>
              </a:defRPr>
            </a:lvl3pPr>
            <a:lvl4pPr marL="1600200" indent="-228600">
              <a:defRPr>
                <a:solidFill>
                  <a:schemeClr val="tx1"/>
                </a:solidFill>
                <a:latin typeface="Segoe UI" panose="020B0502040204020203" pitchFamily="34" charset="0"/>
              </a:defRPr>
            </a:lvl4pPr>
            <a:lvl5pPr marL="2057400" indent="-228600">
              <a:defRPr>
                <a:solidFill>
                  <a:schemeClr val="tx1"/>
                </a:solidFill>
                <a:latin typeface="Segoe UI" panose="020B0502040204020203" pitchFamily="34" charset="0"/>
              </a:defRPr>
            </a:lvl5pPr>
            <a:lvl6pPr marL="2514600" indent="-228600" eaLnBrk="0" fontAlgn="base" hangingPunct="0">
              <a:spcBef>
                <a:spcPct val="0"/>
              </a:spcBef>
              <a:spcAft>
                <a:spcPct val="0"/>
              </a:spcAft>
              <a:defRPr>
                <a:solidFill>
                  <a:schemeClr val="tx1"/>
                </a:solidFill>
                <a:latin typeface="Segoe UI" panose="020B0502040204020203" pitchFamily="34" charset="0"/>
              </a:defRPr>
            </a:lvl6pPr>
            <a:lvl7pPr marL="2971800" indent="-228600" eaLnBrk="0" fontAlgn="base" hangingPunct="0">
              <a:spcBef>
                <a:spcPct val="0"/>
              </a:spcBef>
              <a:spcAft>
                <a:spcPct val="0"/>
              </a:spcAft>
              <a:defRPr>
                <a:solidFill>
                  <a:schemeClr val="tx1"/>
                </a:solidFill>
                <a:latin typeface="Segoe UI" panose="020B0502040204020203" pitchFamily="34" charset="0"/>
              </a:defRPr>
            </a:lvl7pPr>
            <a:lvl8pPr marL="3429000" indent="-228600" eaLnBrk="0" fontAlgn="base" hangingPunct="0">
              <a:spcBef>
                <a:spcPct val="0"/>
              </a:spcBef>
              <a:spcAft>
                <a:spcPct val="0"/>
              </a:spcAft>
              <a:defRPr>
                <a:solidFill>
                  <a:schemeClr val="tx1"/>
                </a:solidFill>
                <a:latin typeface="Segoe UI" panose="020B0502040204020203" pitchFamily="34" charset="0"/>
              </a:defRPr>
            </a:lvl8pPr>
            <a:lvl9pPr marL="3886200" indent="-228600" eaLnBrk="0" fontAlgn="base" hangingPunct="0">
              <a:spcBef>
                <a:spcPct val="0"/>
              </a:spcBef>
              <a:spcAft>
                <a:spcPct val="0"/>
              </a:spcAft>
              <a:defRPr>
                <a:solidFill>
                  <a:schemeClr val="tx1"/>
                </a:solidFill>
                <a:latin typeface="Segoe UI" panose="020B0502040204020203" pitchFamily="34" charset="0"/>
              </a:defRPr>
            </a:lvl9pPr>
          </a:lstStyle>
          <a:p>
            <a:pPr algn="ctr" eaLnBrk="1" hangingPunct="1">
              <a:defRPr/>
            </a:pPr>
            <a:fld id="{281D1D9B-0D8B-44F0-BA0A-673BCD7D833B}" type="slidenum">
              <a:rPr lang="en-US" altLang="en-US" sz="894" b="1" smtClean="0">
                <a:solidFill>
                  <a:srgbClr val="1F2020"/>
                </a:solidFill>
              </a:rPr>
              <a:pPr algn="ctr" eaLnBrk="1" hangingPunct="1">
                <a:defRPr/>
              </a:pPr>
              <a:t>‹#›</a:t>
            </a:fld>
            <a:endParaRPr lang="en-US" altLang="en-US" sz="894" b="1" dirty="0">
              <a:solidFill>
                <a:srgbClr val="1F2020"/>
              </a:solidFill>
            </a:endParaRPr>
          </a:p>
        </p:txBody>
      </p:sp>
      <p:cxnSp>
        <p:nvCxnSpPr>
          <p:cNvPr id="15" name="Straight Connector 14">
            <a:extLst>
              <a:ext uri="{FF2B5EF4-FFF2-40B4-BE49-F238E27FC236}">
                <a16:creationId xmlns:a16="http://schemas.microsoft.com/office/drawing/2014/main" id="{FB2A7473-421F-477E-9909-B35DC0E74BAB}"/>
              </a:ext>
            </a:extLst>
          </p:cNvPr>
          <p:cNvCxnSpPr/>
          <p:nvPr userDrawn="1"/>
        </p:nvCxnSpPr>
        <p:spPr>
          <a:xfrm>
            <a:off x="746369" y="6750050"/>
            <a:ext cx="10691446" cy="0"/>
          </a:xfrm>
          <a:prstGeom prst="line">
            <a:avLst/>
          </a:prstGeom>
          <a:ln>
            <a:solidFill>
              <a:srgbClr val="000000"/>
            </a:solidFill>
          </a:ln>
        </p:spPr>
        <p:style>
          <a:lnRef idx="1">
            <a:schemeClr val="dk1"/>
          </a:lnRef>
          <a:fillRef idx="0">
            <a:schemeClr val="dk1"/>
          </a:fillRef>
          <a:effectRef idx="0">
            <a:schemeClr val="dk1"/>
          </a:effectRef>
          <a:fontRef idx="minor">
            <a:schemeClr val="tx1"/>
          </a:fontRef>
        </p:style>
      </p:cxnSp>
      <p:sp>
        <p:nvSpPr>
          <p:cNvPr id="16" name="Rectangle 15">
            <a:extLst>
              <a:ext uri="{FF2B5EF4-FFF2-40B4-BE49-F238E27FC236}">
                <a16:creationId xmlns:a16="http://schemas.microsoft.com/office/drawing/2014/main" id="{4DFA6E38-4C5D-447F-A03E-0F1D6E313178}"/>
              </a:ext>
            </a:extLst>
          </p:cNvPr>
          <p:cNvSpPr/>
          <p:nvPr userDrawn="1"/>
        </p:nvSpPr>
        <p:spPr>
          <a:xfrm>
            <a:off x="-873370" y="695325"/>
            <a:ext cx="603739" cy="342900"/>
          </a:xfrm>
          <a:prstGeom prst="rect">
            <a:avLst/>
          </a:prstGeom>
          <a:solidFill>
            <a:srgbClr val="E79D4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sz="1463"/>
          </a:p>
        </p:txBody>
      </p:sp>
      <p:sp>
        <p:nvSpPr>
          <p:cNvPr id="17" name="Rectangle 16">
            <a:extLst>
              <a:ext uri="{FF2B5EF4-FFF2-40B4-BE49-F238E27FC236}">
                <a16:creationId xmlns:a16="http://schemas.microsoft.com/office/drawing/2014/main" id="{F561F338-0D4E-471C-BCC2-CA4137E641E3}"/>
              </a:ext>
            </a:extLst>
          </p:cNvPr>
          <p:cNvSpPr/>
          <p:nvPr userDrawn="1"/>
        </p:nvSpPr>
        <p:spPr>
          <a:xfrm>
            <a:off x="-873370" y="1081088"/>
            <a:ext cx="603739" cy="341312"/>
          </a:xfrm>
          <a:prstGeom prst="rect">
            <a:avLst/>
          </a:prstGeom>
          <a:solidFill>
            <a:srgbClr val="EAAA6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sz="1463"/>
          </a:p>
        </p:txBody>
      </p:sp>
      <p:sp>
        <p:nvSpPr>
          <p:cNvPr id="18" name="Rectangle 17">
            <a:extLst>
              <a:ext uri="{FF2B5EF4-FFF2-40B4-BE49-F238E27FC236}">
                <a16:creationId xmlns:a16="http://schemas.microsoft.com/office/drawing/2014/main" id="{7C974DAF-7F87-4250-90A6-15C8165C70F3}"/>
              </a:ext>
            </a:extLst>
          </p:cNvPr>
          <p:cNvSpPr/>
          <p:nvPr userDrawn="1"/>
        </p:nvSpPr>
        <p:spPr>
          <a:xfrm>
            <a:off x="-873370" y="1465263"/>
            <a:ext cx="603739" cy="342900"/>
          </a:xfrm>
          <a:prstGeom prst="rect">
            <a:avLst/>
          </a:prstGeom>
          <a:solidFill>
            <a:srgbClr val="EEBC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sz="1463"/>
          </a:p>
        </p:txBody>
      </p:sp>
      <p:sp>
        <p:nvSpPr>
          <p:cNvPr id="19" name="Rectangle 18">
            <a:extLst>
              <a:ext uri="{FF2B5EF4-FFF2-40B4-BE49-F238E27FC236}">
                <a16:creationId xmlns:a16="http://schemas.microsoft.com/office/drawing/2014/main" id="{E52DB1D7-D0BA-4EC1-806C-02A42F94FDF0}"/>
              </a:ext>
            </a:extLst>
          </p:cNvPr>
          <p:cNvSpPr/>
          <p:nvPr userDrawn="1"/>
        </p:nvSpPr>
        <p:spPr>
          <a:xfrm>
            <a:off x="-873370" y="1849438"/>
            <a:ext cx="603739" cy="342900"/>
          </a:xfrm>
          <a:prstGeom prst="rect">
            <a:avLst/>
          </a:prstGeom>
          <a:solidFill>
            <a:srgbClr val="F0C29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sz="1463"/>
          </a:p>
        </p:txBody>
      </p:sp>
      <p:sp>
        <p:nvSpPr>
          <p:cNvPr id="20" name="Rectangle 19">
            <a:extLst>
              <a:ext uri="{FF2B5EF4-FFF2-40B4-BE49-F238E27FC236}">
                <a16:creationId xmlns:a16="http://schemas.microsoft.com/office/drawing/2014/main" id="{B341D87D-E57D-4BDD-97F5-3959153E04E4}"/>
              </a:ext>
            </a:extLst>
          </p:cNvPr>
          <p:cNvSpPr/>
          <p:nvPr userDrawn="1"/>
        </p:nvSpPr>
        <p:spPr>
          <a:xfrm>
            <a:off x="-873370" y="311150"/>
            <a:ext cx="603739" cy="342900"/>
          </a:xfrm>
          <a:prstGeom prst="rect">
            <a:avLst/>
          </a:prstGeom>
          <a:solidFill>
            <a:srgbClr val="D08D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sz="1463"/>
          </a:p>
        </p:txBody>
      </p:sp>
      <p:pic>
        <p:nvPicPr>
          <p:cNvPr id="21" name="Picture 21">
            <a:extLst>
              <a:ext uri="{FF2B5EF4-FFF2-40B4-BE49-F238E27FC236}">
                <a16:creationId xmlns:a16="http://schemas.microsoft.com/office/drawing/2014/main" id="{62E2A30C-5B38-4999-98A6-CA27E381E1B5}"/>
              </a:ext>
            </a:extLst>
          </p:cNvPr>
          <p:cNvPicPr>
            <a:picLocks noChangeAspect="1"/>
          </p:cNvPicPr>
          <p:nvPr userDrawn="1"/>
        </p:nvPicPr>
        <p:blipFill>
          <a:blip r:embed="rId2">
            <a:extLst>
              <a:ext uri="{28A0092B-C50C-407E-A947-70E740481C1C}">
                <a14:useLocalDpi xmlns:a14="http://schemas.microsoft.com/office/drawing/2010/main" val="0"/>
              </a:ext>
            </a:extLst>
          </a:blip>
          <a:srcRect l="55608" t="71568" r="26958" b="8237"/>
          <a:stretch>
            <a:fillRect/>
          </a:stretch>
        </p:blipFill>
        <p:spPr bwMode="auto">
          <a:xfrm>
            <a:off x="11197495" y="0"/>
            <a:ext cx="746369"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Placeholder 3"/>
          <p:cNvSpPr>
            <a:spLocks noGrp="1"/>
          </p:cNvSpPr>
          <p:nvPr>
            <p:ph type="body" sz="quarter" idx="13"/>
          </p:nvPr>
        </p:nvSpPr>
        <p:spPr>
          <a:xfrm>
            <a:off x="230555" y="63786"/>
            <a:ext cx="10966940" cy="484879"/>
          </a:xfrm>
        </p:spPr>
        <p:txBody>
          <a:bodyPr anchor="ctr">
            <a:noAutofit/>
          </a:bodyPr>
          <a:lstStyle>
            <a:lvl1pPr marL="0" indent="0">
              <a:buNone/>
              <a:defRPr sz="1788" b="1" baseline="0">
                <a:solidFill>
                  <a:srgbClr val="1F2020"/>
                </a:solidFill>
                <a:latin typeface="Segoe UI" panose="020B0502040204020203" pitchFamily="34" charset="0"/>
                <a:cs typeface="Segoe UI" panose="020B0502040204020203" pitchFamily="34" charset="0"/>
              </a:defRPr>
            </a:lvl1pPr>
            <a:lvl2pPr marL="371475" indent="0">
              <a:buNone/>
              <a:defRPr/>
            </a:lvl2pPr>
            <a:lvl3pPr marL="742950" indent="0">
              <a:buNone/>
              <a:defRPr/>
            </a:lvl3pPr>
            <a:lvl4pPr marL="1114425" indent="0">
              <a:buNone/>
              <a:defRPr/>
            </a:lvl4pPr>
            <a:lvl5pPr marL="1485900" indent="0">
              <a:buNone/>
              <a:defRPr/>
            </a:lvl5pPr>
          </a:lstStyle>
          <a:p>
            <a:pPr lvl="0"/>
            <a:r>
              <a:rPr lang="en-US" dirty="0"/>
              <a:t>Edit Master text styles</a:t>
            </a:r>
          </a:p>
        </p:txBody>
      </p:sp>
    </p:spTree>
    <p:extLst>
      <p:ext uri="{BB962C8B-B14F-4D97-AF65-F5344CB8AC3E}">
        <p14:creationId xmlns:p14="http://schemas.microsoft.com/office/powerpoint/2010/main" val="3429345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theme" Target="../theme/theme2.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theme" Target="../theme/theme3.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slideLayout" Target="../slideLayouts/slideLayout43.xml"/><Relationship Id="rId18" Type="http://schemas.openxmlformats.org/officeDocument/2006/relationships/slideLayout" Target="../slideLayouts/slideLayout48.xml"/><Relationship Id="rId3" Type="http://schemas.openxmlformats.org/officeDocument/2006/relationships/slideLayout" Target="../slideLayouts/slideLayout33.xml"/><Relationship Id="rId21" Type="http://schemas.openxmlformats.org/officeDocument/2006/relationships/theme" Target="../theme/theme4.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17" Type="http://schemas.openxmlformats.org/officeDocument/2006/relationships/slideLayout" Target="../slideLayouts/slideLayout47.xml"/><Relationship Id="rId2" Type="http://schemas.openxmlformats.org/officeDocument/2006/relationships/slideLayout" Target="../slideLayouts/slideLayout32.xml"/><Relationship Id="rId16" Type="http://schemas.openxmlformats.org/officeDocument/2006/relationships/slideLayout" Target="../slideLayouts/slideLayout46.xml"/><Relationship Id="rId20" Type="http://schemas.openxmlformats.org/officeDocument/2006/relationships/slideLayout" Target="../slideLayouts/slideLayout50.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5" Type="http://schemas.openxmlformats.org/officeDocument/2006/relationships/slideLayout" Target="../slideLayouts/slideLayout45.xml"/><Relationship Id="rId10" Type="http://schemas.openxmlformats.org/officeDocument/2006/relationships/slideLayout" Target="../slideLayouts/slideLayout40.xml"/><Relationship Id="rId19" Type="http://schemas.openxmlformats.org/officeDocument/2006/relationships/slideLayout" Target="../slideLayouts/slideLayout49.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2"/>
            <a:ext cx="109728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4165600" y="6356352"/>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4DC5AA-6F99-4C51-A2A8-E6E19F6B47BD}"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7778666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108">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108">
                <a:solidFill>
                  <a:schemeClr val="tx1">
                    <a:tint val="75000"/>
                  </a:schemeClr>
                </a:solidFill>
              </a:defRPr>
            </a:lvl1pPr>
          </a:lstStyle>
          <a:p>
            <a:fld id="{074DC5AA-6F99-4C51-A2A8-E6E19F6B47B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2700418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Lst>
  <p:hf hdr="0" ftr="0" dt="0"/>
  <p:txStyles>
    <p:titleStyle>
      <a:lvl1pPr algn="ctr" defTabSz="844083" rtl="0" eaLnBrk="1" latinLnBrk="0" hangingPunct="1">
        <a:spcBef>
          <a:spcPct val="0"/>
        </a:spcBef>
        <a:buNone/>
        <a:defRPr sz="4062" kern="1200">
          <a:solidFill>
            <a:schemeClr val="tx1"/>
          </a:solidFill>
          <a:latin typeface="+mj-lt"/>
          <a:ea typeface="+mj-ea"/>
          <a:cs typeface="+mj-cs"/>
        </a:defRPr>
      </a:lvl1pPr>
    </p:titleStyle>
    <p:bodyStyle>
      <a:lvl1pPr marL="316531" indent="-316531" algn="l" defTabSz="844083" rtl="0" eaLnBrk="1" latinLnBrk="0" hangingPunct="1">
        <a:spcBef>
          <a:spcPct val="20000"/>
        </a:spcBef>
        <a:buFont typeface="Arial" panose="020B0604020202020204" pitchFamily="34" charset="0"/>
        <a:buChar char="•"/>
        <a:defRPr sz="2954" kern="1200">
          <a:solidFill>
            <a:schemeClr val="tx1"/>
          </a:solidFill>
          <a:latin typeface="+mn-lt"/>
          <a:ea typeface="+mn-ea"/>
          <a:cs typeface="+mn-cs"/>
        </a:defRPr>
      </a:lvl1pPr>
      <a:lvl2pPr marL="685817" indent="-263776" algn="l" defTabSz="844083" rtl="0" eaLnBrk="1" latinLnBrk="0" hangingPunct="1">
        <a:spcBef>
          <a:spcPct val="20000"/>
        </a:spcBef>
        <a:buFont typeface="Arial" panose="020B0604020202020204" pitchFamily="34" charset="0"/>
        <a:buChar char="–"/>
        <a:defRPr sz="2585" kern="1200">
          <a:solidFill>
            <a:schemeClr val="tx1"/>
          </a:solidFill>
          <a:latin typeface="+mn-lt"/>
          <a:ea typeface="+mn-ea"/>
          <a:cs typeface="+mn-cs"/>
        </a:defRPr>
      </a:lvl2pPr>
      <a:lvl3pPr marL="1055103" indent="-211021" algn="l" defTabSz="844083" rtl="0" eaLnBrk="1" latinLnBrk="0" hangingPunct="1">
        <a:spcBef>
          <a:spcPct val="20000"/>
        </a:spcBef>
        <a:buFont typeface="Arial" panose="020B0604020202020204" pitchFamily="34" charset="0"/>
        <a:buChar char="•"/>
        <a:defRPr sz="2215" kern="1200">
          <a:solidFill>
            <a:schemeClr val="tx1"/>
          </a:solidFill>
          <a:latin typeface="+mn-lt"/>
          <a:ea typeface="+mn-ea"/>
          <a:cs typeface="+mn-cs"/>
        </a:defRPr>
      </a:lvl3pPr>
      <a:lvl4pPr marL="1477145" indent="-211021" algn="l" defTabSz="844083" rtl="0" eaLnBrk="1" latinLnBrk="0" hangingPunct="1">
        <a:spcBef>
          <a:spcPct val="20000"/>
        </a:spcBef>
        <a:buFont typeface="Arial" panose="020B0604020202020204" pitchFamily="34" charset="0"/>
        <a:buChar char="–"/>
        <a:defRPr sz="1846" kern="1200">
          <a:solidFill>
            <a:schemeClr val="tx1"/>
          </a:solidFill>
          <a:latin typeface="+mn-lt"/>
          <a:ea typeface="+mn-ea"/>
          <a:cs typeface="+mn-cs"/>
        </a:defRPr>
      </a:lvl4pPr>
      <a:lvl5pPr marL="1899186" indent="-211021" algn="l" defTabSz="844083" rtl="0" eaLnBrk="1" latinLnBrk="0" hangingPunct="1">
        <a:spcBef>
          <a:spcPct val="20000"/>
        </a:spcBef>
        <a:buFont typeface="Arial" panose="020B0604020202020204" pitchFamily="34" charset="0"/>
        <a:buChar char="»"/>
        <a:defRPr sz="1846" kern="1200">
          <a:solidFill>
            <a:schemeClr val="tx1"/>
          </a:solidFill>
          <a:latin typeface="+mn-lt"/>
          <a:ea typeface="+mn-ea"/>
          <a:cs typeface="+mn-cs"/>
        </a:defRPr>
      </a:lvl5pPr>
      <a:lvl6pPr marL="2321227" indent="-211021" algn="l" defTabSz="844083" rtl="0" eaLnBrk="1" latinLnBrk="0" hangingPunct="1">
        <a:spcBef>
          <a:spcPct val="20000"/>
        </a:spcBef>
        <a:buFont typeface="Arial" panose="020B0604020202020204" pitchFamily="34" charset="0"/>
        <a:buChar char="•"/>
        <a:defRPr sz="1846" kern="1200">
          <a:solidFill>
            <a:schemeClr val="tx1"/>
          </a:solidFill>
          <a:latin typeface="+mn-lt"/>
          <a:ea typeface="+mn-ea"/>
          <a:cs typeface="+mn-cs"/>
        </a:defRPr>
      </a:lvl6pPr>
      <a:lvl7pPr marL="2743269" indent="-211021" algn="l" defTabSz="844083" rtl="0" eaLnBrk="1" latinLnBrk="0" hangingPunct="1">
        <a:spcBef>
          <a:spcPct val="20000"/>
        </a:spcBef>
        <a:buFont typeface="Arial" panose="020B0604020202020204" pitchFamily="34" charset="0"/>
        <a:buChar char="•"/>
        <a:defRPr sz="1846" kern="1200">
          <a:solidFill>
            <a:schemeClr val="tx1"/>
          </a:solidFill>
          <a:latin typeface="+mn-lt"/>
          <a:ea typeface="+mn-ea"/>
          <a:cs typeface="+mn-cs"/>
        </a:defRPr>
      </a:lvl7pPr>
      <a:lvl8pPr marL="3165310" indent="-211021" algn="l" defTabSz="844083" rtl="0" eaLnBrk="1" latinLnBrk="0" hangingPunct="1">
        <a:spcBef>
          <a:spcPct val="20000"/>
        </a:spcBef>
        <a:buFont typeface="Arial" panose="020B0604020202020204" pitchFamily="34" charset="0"/>
        <a:buChar char="•"/>
        <a:defRPr sz="1846" kern="1200">
          <a:solidFill>
            <a:schemeClr val="tx1"/>
          </a:solidFill>
          <a:latin typeface="+mn-lt"/>
          <a:ea typeface="+mn-ea"/>
          <a:cs typeface="+mn-cs"/>
        </a:defRPr>
      </a:lvl8pPr>
      <a:lvl9pPr marL="3587351" indent="-211021" algn="l" defTabSz="844083" rtl="0" eaLnBrk="1" latinLnBrk="0" hangingPunct="1">
        <a:spcBef>
          <a:spcPct val="20000"/>
        </a:spcBef>
        <a:buFont typeface="Arial" panose="020B0604020202020204" pitchFamily="34" charset="0"/>
        <a:buChar char="•"/>
        <a:defRPr sz="1846" kern="1200">
          <a:solidFill>
            <a:schemeClr val="tx1"/>
          </a:solidFill>
          <a:latin typeface="+mn-lt"/>
          <a:ea typeface="+mn-ea"/>
          <a:cs typeface="+mn-cs"/>
        </a:defRPr>
      </a:lvl9pPr>
    </p:bodyStyle>
    <p:otherStyle>
      <a:defPPr>
        <a:defRPr lang="en-US"/>
      </a:defPPr>
      <a:lvl1pPr marL="0" algn="l" defTabSz="844083" rtl="0" eaLnBrk="1" latinLnBrk="0" hangingPunct="1">
        <a:defRPr sz="1662" kern="1200">
          <a:solidFill>
            <a:schemeClr val="tx1"/>
          </a:solidFill>
          <a:latin typeface="+mn-lt"/>
          <a:ea typeface="+mn-ea"/>
          <a:cs typeface="+mn-cs"/>
        </a:defRPr>
      </a:lvl1pPr>
      <a:lvl2pPr marL="422041" algn="l" defTabSz="844083" rtl="0" eaLnBrk="1" latinLnBrk="0" hangingPunct="1">
        <a:defRPr sz="1662" kern="1200">
          <a:solidFill>
            <a:schemeClr val="tx1"/>
          </a:solidFill>
          <a:latin typeface="+mn-lt"/>
          <a:ea typeface="+mn-ea"/>
          <a:cs typeface="+mn-cs"/>
        </a:defRPr>
      </a:lvl2pPr>
      <a:lvl3pPr marL="844083" algn="l" defTabSz="844083" rtl="0" eaLnBrk="1" latinLnBrk="0" hangingPunct="1">
        <a:defRPr sz="1662" kern="1200">
          <a:solidFill>
            <a:schemeClr val="tx1"/>
          </a:solidFill>
          <a:latin typeface="+mn-lt"/>
          <a:ea typeface="+mn-ea"/>
          <a:cs typeface="+mn-cs"/>
        </a:defRPr>
      </a:lvl3pPr>
      <a:lvl4pPr marL="1266124" algn="l" defTabSz="844083" rtl="0" eaLnBrk="1" latinLnBrk="0" hangingPunct="1">
        <a:defRPr sz="1662" kern="1200">
          <a:solidFill>
            <a:schemeClr val="tx1"/>
          </a:solidFill>
          <a:latin typeface="+mn-lt"/>
          <a:ea typeface="+mn-ea"/>
          <a:cs typeface="+mn-cs"/>
        </a:defRPr>
      </a:lvl4pPr>
      <a:lvl5pPr marL="1688165" algn="l" defTabSz="844083" rtl="0" eaLnBrk="1" latinLnBrk="0" hangingPunct="1">
        <a:defRPr sz="1662" kern="1200">
          <a:solidFill>
            <a:schemeClr val="tx1"/>
          </a:solidFill>
          <a:latin typeface="+mn-lt"/>
          <a:ea typeface="+mn-ea"/>
          <a:cs typeface="+mn-cs"/>
        </a:defRPr>
      </a:lvl5pPr>
      <a:lvl6pPr marL="2110207" algn="l" defTabSz="844083" rtl="0" eaLnBrk="1" latinLnBrk="0" hangingPunct="1">
        <a:defRPr sz="1662" kern="1200">
          <a:solidFill>
            <a:schemeClr val="tx1"/>
          </a:solidFill>
          <a:latin typeface="+mn-lt"/>
          <a:ea typeface="+mn-ea"/>
          <a:cs typeface="+mn-cs"/>
        </a:defRPr>
      </a:lvl6pPr>
      <a:lvl7pPr marL="2532248" algn="l" defTabSz="844083" rtl="0" eaLnBrk="1" latinLnBrk="0" hangingPunct="1">
        <a:defRPr sz="1662" kern="1200">
          <a:solidFill>
            <a:schemeClr val="tx1"/>
          </a:solidFill>
          <a:latin typeface="+mn-lt"/>
          <a:ea typeface="+mn-ea"/>
          <a:cs typeface="+mn-cs"/>
        </a:defRPr>
      </a:lvl7pPr>
      <a:lvl8pPr marL="2954289" algn="l" defTabSz="844083" rtl="0" eaLnBrk="1" latinLnBrk="0" hangingPunct="1">
        <a:defRPr sz="1662" kern="1200">
          <a:solidFill>
            <a:schemeClr val="tx1"/>
          </a:solidFill>
          <a:latin typeface="+mn-lt"/>
          <a:ea typeface="+mn-ea"/>
          <a:cs typeface="+mn-cs"/>
        </a:defRPr>
      </a:lvl8pPr>
      <a:lvl9pPr marL="3376331" algn="l" defTabSz="844083" rtl="0" eaLnBrk="1" latinLnBrk="0" hangingPunct="1">
        <a:defRPr sz="1662"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2"/>
            <a:ext cx="109728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4165600" y="6356352"/>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4DC5AA-6F99-4C51-A2A8-E6E19F6B47BD}"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767633975"/>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700" r:id="rId9"/>
    <p:sldLayoutId id="2147483701" r:id="rId10"/>
    <p:sldLayoutId id="2147483702" r:id="rId11"/>
    <p:sldLayoutId id="2147483703" r:id="rId12"/>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80D5D6-4A37-4AC0-AEA3-7EB41A4064C2}" type="datetimeFigureOut">
              <a:rPr lang="en-US" smtClean="0"/>
              <a:t>9/17/2021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AC5F32-EB1A-4C6A-B6DB-A2E103CAAEEE}" type="slidenum">
              <a:rPr lang="en-US" smtClean="0"/>
              <a:t>‹#›</a:t>
            </a:fld>
            <a:endParaRPr lang="en-US"/>
          </a:p>
        </p:txBody>
      </p:sp>
    </p:spTree>
    <p:extLst>
      <p:ext uri="{BB962C8B-B14F-4D97-AF65-F5344CB8AC3E}">
        <p14:creationId xmlns:p14="http://schemas.microsoft.com/office/powerpoint/2010/main" val="634664959"/>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8" r:id="rId14"/>
    <p:sldLayoutId id="2147483719" r:id="rId15"/>
    <p:sldLayoutId id="2147483720" r:id="rId16"/>
    <p:sldLayoutId id="2147483721" r:id="rId17"/>
    <p:sldLayoutId id="2147483722" r:id="rId18"/>
    <p:sldLayoutId id="2147483723" r:id="rId19"/>
    <p:sldLayoutId id="2147483724" r:id="rId2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1BDA35D-68AB-4D5B-9C42-9F216593FBF4}"/>
              </a:ext>
            </a:extLst>
          </p:cNvPr>
          <p:cNvSpPr/>
          <p:nvPr/>
        </p:nvSpPr>
        <p:spPr>
          <a:xfrm>
            <a:off x="4817091" y="5468370"/>
            <a:ext cx="2611613" cy="341632"/>
          </a:xfrm>
          <a:prstGeom prst="rect">
            <a:avLst/>
          </a:prstGeom>
        </p:spPr>
        <p:txBody>
          <a:bodyPr wrap="none">
            <a:spAutoFit/>
          </a:bodyPr>
          <a:lstStyle/>
          <a:p>
            <a:pPr algn="ctr">
              <a:lnSpc>
                <a:spcPct val="90000"/>
              </a:lnSpc>
              <a:spcBef>
                <a:spcPts val="1000"/>
              </a:spcBef>
            </a:pPr>
            <a:r>
              <a:rPr lang="en-US" b="1" dirty="0">
                <a:solidFill>
                  <a:srgbClr val="58595B"/>
                </a:solidFill>
                <a:latin typeface="Century Gothic" charset="0"/>
              </a:rPr>
              <a:t>Jakarta, </a:t>
            </a:r>
            <a:r>
              <a:rPr lang="en-US" b="1" dirty="0" err="1">
                <a:solidFill>
                  <a:srgbClr val="58595B"/>
                </a:solidFill>
                <a:latin typeface="Century Gothic" charset="0"/>
              </a:rPr>
              <a:t>Agustus</a:t>
            </a:r>
            <a:r>
              <a:rPr lang="en-US" b="1" dirty="0">
                <a:solidFill>
                  <a:srgbClr val="58595B"/>
                </a:solidFill>
                <a:latin typeface="Century Gothic" charset="0"/>
              </a:rPr>
              <a:t> 2021</a:t>
            </a:r>
          </a:p>
        </p:txBody>
      </p:sp>
      <p:sp>
        <p:nvSpPr>
          <p:cNvPr id="5" name="Title 1">
            <a:extLst>
              <a:ext uri="{FF2B5EF4-FFF2-40B4-BE49-F238E27FC236}">
                <a16:creationId xmlns:a16="http://schemas.microsoft.com/office/drawing/2014/main" id="{81062AC4-A145-46CD-81AC-C2EB394D5DDC}"/>
              </a:ext>
            </a:extLst>
          </p:cNvPr>
          <p:cNvSpPr txBox="1">
            <a:spLocks/>
          </p:cNvSpPr>
          <p:nvPr/>
        </p:nvSpPr>
        <p:spPr>
          <a:xfrm>
            <a:off x="1665199" y="2098926"/>
            <a:ext cx="8915400" cy="1143000"/>
          </a:xfrm>
          <a:prstGeom prst="rect">
            <a:avLst/>
          </a:prstGeom>
        </p:spPr>
        <p:txBody>
          <a:bodyPr>
            <a:noAutofit/>
          </a:bodyPr>
          <a:lstStyle>
            <a:lvl1pPr algn="ctr" defTabSz="914400" rtl="0" eaLnBrk="1" latinLnBrk="0" hangingPunct="1">
              <a:spcBef>
                <a:spcPct val="0"/>
              </a:spcBef>
              <a:buNone/>
              <a:defRPr sz="3600" b="1" kern="1200">
                <a:solidFill>
                  <a:schemeClr val="tx1"/>
                </a:solidFill>
                <a:latin typeface="Trebuchet MS" panose="020B0603020202020204" pitchFamily="34" charset="0"/>
                <a:ea typeface="+mj-ea"/>
                <a:cs typeface="+mj-cs"/>
              </a:defRPr>
            </a:lvl1pPr>
          </a:lstStyle>
          <a:p>
            <a:r>
              <a:rPr lang="en-US" sz="2800" dirty="0" err="1">
                <a:solidFill>
                  <a:srgbClr val="D08D3F"/>
                </a:solidFill>
              </a:rPr>
              <a:t>Arsitektur</a:t>
            </a:r>
            <a:r>
              <a:rPr lang="en-US" sz="2800" dirty="0">
                <a:solidFill>
                  <a:srgbClr val="D08D3F"/>
                </a:solidFill>
              </a:rPr>
              <a:t> Data di LPS</a:t>
            </a:r>
            <a:endParaRPr lang="id-ID" sz="2800" dirty="0">
              <a:solidFill>
                <a:srgbClr val="D08D3F"/>
              </a:solidFill>
            </a:endParaRPr>
          </a:p>
        </p:txBody>
      </p:sp>
    </p:spTree>
    <p:extLst>
      <p:ext uri="{BB962C8B-B14F-4D97-AF65-F5344CB8AC3E}">
        <p14:creationId xmlns:p14="http://schemas.microsoft.com/office/powerpoint/2010/main" val="1414165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65633-2B65-46A1-9D69-B91B5AF8C076}"/>
              </a:ext>
            </a:extLst>
          </p:cNvPr>
          <p:cNvSpPr>
            <a:spLocks noGrp="1"/>
          </p:cNvSpPr>
          <p:nvPr>
            <p:ph type="title"/>
          </p:nvPr>
        </p:nvSpPr>
        <p:spPr>
          <a:xfrm>
            <a:off x="386416" y="173172"/>
            <a:ext cx="10972800" cy="1143000"/>
          </a:xfrm>
        </p:spPr>
        <p:txBody>
          <a:bodyPr>
            <a:normAutofit/>
          </a:bodyPr>
          <a:lstStyle/>
          <a:p>
            <a:pPr algn="l"/>
            <a:r>
              <a:rPr lang="en-US" sz="3200" dirty="0"/>
              <a:t>ICS dan Domain Data</a:t>
            </a:r>
            <a:endParaRPr lang="id-ID" sz="3200" dirty="0"/>
          </a:p>
        </p:txBody>
      </p:sp>
      <p:graphicFrame>
        <p:nvGraphicFramePr>
          <p:cNvPr id="3" name="Table 2">
            <a:extLst>
              <a:ext uri="{FF2B5EF4-FFF2-40B4-BE49-F238E27FC236}">
                <a16:creationId xmlns:a16="http://schemas.microsoft.com/office/drawing/2014/main" id="{D41F3539-F84F-4F6D-8160-C709C138F02E}"/>
              </a:ext>
            </a:extLst>
          </p:cNvPr>
          <p:cNvGraphicFramePr>
            <a:graphicFrameLocks noGrp="1"/>
          </p:cNvGraphicFramePr>
          <p:nvPr>
            <p:extLst>
              <p:ext uri="{D42A27DB-BD31-4B8C-83A1-F6EECF244321}">
                <p14:modId xmlns:p14="http://schemas.microsoft.com/office/powerpoint/2010/main" val="1732187931"/>
              </p:ext>
            </p:extLst>
          </p:nvPr>
        </p:nvGraphicFramePr>
        <p:xfrm>
          <a:off x="2857957" y="1722544"/>
          <a:ext cx="6265277" cy="4216559"/>
        </p:xfrm>
        <a:graphic>
          <a:graphicData uri="http://schemas.openxmlformats.org/drawingml/2006/table">
            <a:tbl>
              <a:tblPr>
                <a:tableStyleId>{5C22544A-7EE6-4342-B048-85BDC9FD1C3A}</a:tableStyleId>
              </a:tblPr>
              <a:tblGrid>
                <a:gridCol w="419446">
                  <a:extLst>
                    <a:ext uri="{9D8B030D-6E8A-4147-A177-3AD203B41FA5}">
                      <a16:colId xmlns:a16="http://schemas.microsoft.com/office/drawing/2014/main" val="20000"/>
                    </a:ext>
                  </a:extLst>
                </a:gridCol>
                <a:gridCol w="3254813">
                  <a:extLst>
                    <a:ext uri="{9D8B030D-6E8A-4147-A177-3AD203B41FA5}">
                      <a16:colId xmlns:a16="http://schemas.microsoft.com/office/drawing/2014/main" val="20001"/>
                    </a:ext>
                  </a:extLst>
                </a:gridCol>
                <a:gridCol w="1295509">
                  <a:extLst>
                    <a:ext uri="{9D8B030D-6E8A-4147-A177-3AD203B41FA5}">
                      <a16:colId xmlns:a16="http://schemas.microsoft.com/office/drawing/2014/main" val="1653012999"/>
                    </a:ext>
                  </a:extLst>
                </a:gridCol>
                <a:gridCol w="1295509">
                  <a:extLst>
                    <a:ext uri="{9D8B030D-6E8A-4147-A177-3AD203B41FA5}">
                      <a16:colId xmlns:a16="http://schemas.microsoft.com/office/drawing/2014/main" val="2621333447"/>
                    </a:ext>
                  </a:extLst>
                </a:gridCol>
              </a:tblGrid>
              <a:tr h="361846">
                <a:tc>
                  <a:txBody>
                    <a:bodyPr/>
                    <a:lstStyle/>
                    <a:p>
                      <a:pPr algn="ctr" fontAlgn="ctr"/>
                      <a:r>
                        <a:rPr lang="id-ID" sz="1600" b="1" i="0" u="none" strike="noStrike" dirty="0">
                          <a:solidFill>
                            <a:schemeClr val="tx1"/>
                          </a:solidFill>
                          <a:effectLst/>
                          <a:latin typeface="Calibri (Headings)"/>
                        </a:rPr>
                        <a:t>No.</a:t>
                      </a:r>
                    </a:p>
                  </a:txBody>
                  <a:tcPr marL="3138" marR="3138" marT="31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8D3F"/>
                    </a:solidFill>
                  </a:tcPr>
                </a:tc>
                <a:tc>
                  <a:txBody>
                    <a:bodyPr/>
                    <a:lstStyle/>
                    <a:p>
                      <a:pPr algn="ctr" fontAlgn="ctr"/>
                      <a:r>
                        <a:rPr lang="en-US" sz="1600" b="1" u="none" strike="noStrike" dirty="0">
                          <a:solidFill>
                            <a:schemeClr val="tx1"/>
                          </a:solidFill>
                          <a:effectLst/>
                          <a:latin typeface="Calibri (Headings)"/>
                        </a:rPr>
                        <a:t>Modul </a:t>
                      </a:r>
                      <a:r>
                        <a:rPr lang="en-US" sz="1600" b="1" i="1" u="none" strike="noStrike" dirty="0">
                          <a:solidFill>
                            <a:schemeClr val="tx1"/>
                          </a:solidFill>
                          <a:effectLst/>
                          <a:latin typeface="Calibri (Headings)"/>
                        </a:rPr>
                        <a:t>Integrated Core System</a:t>
                      </a:r>
                      <a:endParaRPr lang="id-ID" sz="1600" b="1" i="1" u="none" strike="noStrike" dirty="0">
                        <a:solidFill>
                          <a:schemeClr val="tx1"/>
                        </a:solidFill>
                        <a:effectLst/>
                        <a:latin typeface="Calibri (Headings)"/>
                      </a:endParaRPr>
                    </a:p>
                  </a:txBody>
                  <a:tcPr marL="3138" marR="3138" marT="31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8D3F"/>
                    </a:solidFill>
                  </a:tcPr>
                </a:tc>
                <a:tc>
                  <a:txBody>
                    <a:bodyPr/>
                    <a:lstStyle/>
                    <a:p>
                      <a:pPr algn="ctr" fontAlgn="ctr"/>
                      <a:r>
                        <a:rPr lang="en-US" sz="1600" b="1" i="0" u="none" strike="noStrike" dirty="0">
                          <a:solidFill>
                            <a:schemeClr val="tx1"/>
                          </a:solidFill>
                          <a:effectLst/>
                          <a:latin typeface="Calibri (Headings)"/>
                        </a:rPr>
                        <a:t>Unit </a:t>
                      </a:r>
                      <a:r>
                        <a:rPr lang="en-US" sz="1600" b="1" i="0" u="none" strike="noStrike" dirty="0" err="1">
                          <a:solidFill>
                            <a:schemeClr val="tx1"/>
                          </a:solidFill>
                          <a:effectLst/>
                          <a:latin typeface="Calibri (Headings)"/>
                        </a:rPr>
                        <a:t>Kerja</a:t>
                      </a:r>
                      <a:endParaRPr lang="id-ID" sz="1600" b="1" i="0" u="none" strike="noStrike" dirty="0">
                        <a:solidFill>
                          <a:schemeClr val="tx1"/>
                        </a:solidFill>
                        <a:effectLst/>
                        <a:latin typeface="Calibri (Headings)"/>
                      </a:endParaRPr>
                    </a:p>
                  </a:txBody>
                  <a:tcPr marL="3138" marR="3138" marT="31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8D3F"/>
                    </a:solidFill>
                  </a:tcPr>
                </a:tc>
                <a:tc>
                  <a:txBody>
                    <a:bodyPr/>
                    <a:lstStyle/>
                    <a:p>
                      <a:pPr algn="ctr" fontAlgn="ctr"/>
                      <a:r>
                        <a:rPr lang="en-US" sz="1600" b="1" i="0" u="none" strike="noStrike" dirty="0">
                          <a:solidFill>
                            <a:schemeClr val="tx1"/>
                          </a:solidFill>
                          <a:effectLst/>
                          <a:latin typeface="Calibri (Headings)"/>
                        </a:rPr>
                        <a:t>Domain</a:t>
                      </a:r>
                      <a:endParaRPr lang="id-ID" sz="1600" b="1" i="0" u="none" strike="noStrike" dirty="0">
                        <a:solidFill>
                          <a:schemeClr val="tx1"/>
                        </a:solidFill>
                        <a:effectLst/>
                        <a:latin typeface="Calibri (Headings)"/>
                      </a:endParaRPr>
                    </a:p>
                  </a:txBody>
                  <a:tcPr marL="3138" marR="3138" marT="31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8D3F"/>
                    </a:solidFill>
                  </a:tcPr>
                </a:tc>
                <a:extLst>
                  <a:ext uri="{0D108BD9-81ED-4DB2-BD59-A6C34878D82A}">
                    <a16:rowId xmlns:a16="http://schemas.microsoft.com/office/drawing/2014/main" val="10000"/>
                  </a:ext>
                </a:extLst>
              </a:tr>
              <a:tr h="361846">
                <a:tc>
                  <a:txBody>
                    <a:bodyPr/>
                    <a:lstStyle/>
                    <a:p>
                      <a:pPr marL="93663" indent="0" algn="ctr" fontAlgn="b"/>
                      <a:r>
                        <a:rPr lang="id-ID" sz="1500" b="0" i="0" u="none" strike="noStrike" dirty="0">
                          <a:solidFill>
                            <a:schemeClr val="tx1"/>
                          </a:solidFill>
                          <a:effectLst/>
                          <a:latin typeface="Calibri (Headings)"/>
                        </a:rPr>
                        <a:t>1.</a:t>
                      </a:r>
                    </a:p>
                  </a:txBody>
                  <a:tcPr marL="3138" marR="3138" marT="31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93663" marR="0" lvl="0" indent="0" algn="l" defTabSz="914400" rtl="0" eaLnBrk="1" fontAlgn="b" latinLnBrk="0" hangingPunct="1">
                        <a:lnSpc>
                          <a:spcPct val="100000"/>
                        </a:lnSpc>
                        <a:spcBef>
                          <a:spcPts val="0"/>
                        </a:spcBef>
                        <a:spcAft>
                          <a:spcPts val="0"/>
                        </a:spcAft>
                        <a:buClrTx/>
                        <a:buSzTx/>
                        <a:buFontTx/>
                        <a:buNone/>
                        <a:tabLst/>
                        <a:defRPr/>
                      </a:pPr>
                      <a:r>
                        <a:rPr lang="en-US" sz="1500" u="none" strike="noStrike" dirty="0">
                          <a:solidFill>
                            <a:schemeClr val="tx1"/>
                          </a:solidFill>
                          <a:effectLst/>
                          <a:latin typeface="Calibri (Headings)"/>
                        </a:rPr>
                        <a:t>Modul </a:t>
                      </a:r>
                      <a:r>
                        <a:rPr lang="en-US" sz="1500" u="none" strike="noStrike" dirty="0" err="1">
                          <a:solidFill>
                            <a:schemeClr val="tx1"/>
                          </a:solidFill>
                          <a:effectLst/>
                          <a:latin typeface="Calibri (Headings)"/>
                        </a:rPr>
                        <a:t>Penjaminan</a:t>
                      </a:r>
                      <a:endParaRPr lang="id-ID" sz="1500" u="none" strike="noStrike" dirty="0">
                        <a:solidFill>
                          <a:schemeClr val="tx1"/>
                        </a:solidFill>
                        <a:effectLst/>
                        <a:latin typeface="Calibri (Headings)"/>
                      </a:endParaRPr>
                    </a:p>
                  </a:txBody>
                  <a:tcPr marL="3138" marR="3138" marT="31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500" b="0" i="0" u="none" strike="noStrike" dirty="0">
                          <a:solidFill>
                            <a:schemeClr val="tx1"/>
                          </a:solidFill>
                          <a:effectLst/>
                          <a:latin typeface="Calibri (Headings)"/>
                        </a:rPr>
                        <a:t>GPRM</a:t>
                      </a:r>
                      <a:endParaRPr lang="id-ID" sz="1500" b="0" i="0" u="none" strike="noStrike" dirty="0">
                        <a:solidFill>
                          <a:schemeClr val="tx1"/>
                        </a:solidFill>
                        <a:effectLst/>
                        <a:latin typeface="Calibri (Headings)"/>
                      </a:endParaRPr>
                    </a:p>
                  </a:txBody>
                  <a:tcPr marL="3138" marR="3138" marT="31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500" b="0" i="0" u="none" strike="noStrike" dirty="0" err="1">
                          <a:solidFill>
                            <a:schemeClr val="tx1"/>
                          </a:solidFill>
                          <a:effectLst/>
                          <a:latin typeface="Calibri (Headings)"/>
                        </a:rPr>
                        <a:t>Penjaminan</a:t>
                      </a:r>
                      <a:endParaRPr lang="id-ID" sz="1500" b="0" i="0" u="none" strike="noStrike" dirty="0">
                        <a:solidFill>
                          <a:schemeClr val="tx1"/>
                        </a:solidFill>
                        <a:effectLst/>
                        <a:latin typeface="Calibri (Headings)"/>
                      </a:endParaRPr>
                    </a:p>
                  </a:txBody>
                  <a:tcPr marL="3138" marR="3138" marT="31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23437">
                <a:tc>
                  <a:txBody>
                    <a:bodyPr/>
                    <a:lstStyle/>
                    <a:p>
                      <a:pPr marL="93663" indent="0" algn="ctr" fontAlgn="b"/>
                      <a:r>
                        <a:rPr lang="id-ID" sz="1500" b="0" i="0" u="none" strike="noStrike" dirty="0">
                          <a:solidFill>
                            <a:schemeClr val="tx1"/>
                          </a:solidFill>
                          <a:effectLst/>
                          <a:latin typeface="Calibri (Headings)"/>
                        </a:rPr>
                        <a:t>2.</a:t>
                      </a:r>
                    </a:p>
                  </a:txBody>
                  <a:tcPr marL="3138" marR="3138" marT="31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93663" marR="0" lvl="0" indent="0" algn="l" defTabSz="914400" rtl="0" eaLnBrk="1" fontAlgn="b" latinLnBrk="0" hangingPunct="1">
                        <a:lnSpc>
                          <a:spcPct val="100000"/>
                        </a:lnSpc>
                        <a:spcBef>
                          <a:spcPts val="0"/>
                        </a:spcBef>
                        <a:spcAft>
                          <a:spcPts val="0"/>
                        </a:spcAft>
                        <a:buClrTx/>
                        <a:buSzTx/>
                        <a:buFontTx/>
                        <a:buNone/>
                        <a:tabLst/>
                        <a:defRPr/>
                      </a:pPr>
                      <a:r>
                        <a:rPr lang="en-US" sz="1500" dirty="0">
                          <a:solidFill>
                            <a:schemeClr val="tx1"/>
                          </a:solidFill>
                          <a:latin typeface="Calibri (Headings)"/>
                        </a:rPr>
                        <a:t>Modul </a:t>
                      </a:r>
                      <a:r>
                        <a:rPr lang="en-US" sz="1500" dirty="0" err="1">
                          <a:solidFill>
                            <a:schemeClr val="tx1"/>
                          </a:solidFill>
                          <a:latin typeface="Calibri (Headings)"/>
                        </a:rPr>
                        <a:t>Surveilans</a:t>
                      </a:r>
                      <a:endParaRPr lang="nl-NL" sz="1500" b="0" i="0" u="none" strike="noStrike" dirty="0">
                        <a:solidFill>
                          <a:schemeClr val="tx1"/>
                        </a:solidFill>
                        <a:effectLst/>
                        <a:latin typeface="Calibri (Headings)"/>
                      </a:endParaRPr>
                    </a:p>
                  </a:txBody>
                  <a:tcPr marL="3138" marR="3138" marT="31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500" b="0" i="0" u="none" strike="noStrike" dirty="0">
                          <a:solidFill>
                            <a:schemeClr val="tx1"/>
                          </a:solidFill>
                          <a:effectLst/>
                          <a:latin typeface="Calibri (Headings)"/>
                        </a:rPr>
                        <a:t>GSSK</a:t>
                      </a:r>
                      <a:endParaRPr lang="id-ID" sz="1500" b="0" i="0" u="none" strike="noStrike" dirty="0">
                        <a:solidFill>
                          <a:schemeClr val="tx1"/>
                        </a:solidFill>
                        <a:effectLst/>
                        <a:latin typeface="Calibri (Headings)"/>
                      </a:endParaRPr>
                    </a:p>
                  </a:txBody>
                  <a:tcPr marL="3138" marR="3138" marT="31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500" b="0" i="0" u="none" strike="noStrike" dirty="0">
                          <a:solidFill>
                            <a:schemeClr val="tx1"/>
                          </a:solidFill>
                          <a:effectLst/>
                          <a:latin typeface="Calibri (Headings)"/>
                        </a:rPr>
                        <a:t>Surveilans</a:t>
                      </a:r>
                      <a:endParaRPr lang="id-ID" sz="1500" b="0" i="0" u="none" strike="noStrike" dirty="0">
                        <a:solidFill>
                          <a:schemeClr val="tx1"/>
                        </a:solidFill>
                        <a:effectLst/>
                        <a:latin typeface="Calibri (Headings)"/>
                      </a:endParaRPr>
                    </a:p>
                  </a:txBody>
                  <a:tcPr marL="3138" marR="3138" marT="31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423437">
                <a:tc>
                  <a:txBody>
                    <a:bodyPr/>
                    <a:lstStyle/>
                    <a:p>
                      <a:pPr marL="93663" indent="0" algn="ctr" fontAlgn="ctr"/>
                      <a:r>
                        <a:rPr lang="nl-NL" sz="1500" b="0" i="0" u="none" strike="noStrike" dirty="0">
                          <a:solidFill>
                            <a:schemeClr val="tx1"/>
                          </a:solidFill>
                          <a:effectLst/>
                          <a:latin typeface="Calibri (Headings)"/>
                        </a:rPr>
                        <a:t>3.</a:t>
                      </a:r>
                    </a:p>
                  </a:txBody>
                  <a:tcPr marL="3138" marR="3138" marT="31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93663" indent="0" algn="l" fontAlgn="ctr"/>
                      <a:r>
                        <a:rPr lang="nl-NL" sz="1500" dirty="0">
                          <a:solidFill>
                            <a:schemeClr val="tx1"/>
                          </a:solidFill>
                          <a:latin typeface="Calibri (Headings)"/>
                        </a:rPr>
                        <a:t>Modul Uji Tuntas</a:t>
                      </a:r>
                    </a:p>
                  </a:txBody>
                  <a:tcPr marL="3138" marR="3138" marT="31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nl-NL" sz="1500" dirty="0">
                          <a:solidFill>
                            <a:schemeClr val="tx1"/>
                          </a:solidFill>
                          <a:latin typeface="Calibri (Headings)"/>
                        </a:rPr>
                        <a:t>GPEB</a:t>
                      </a:r>
                    </a:p>
                  </a:txBody>
                  <a:tcPr marL="3138" marR="3138" marT="31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nl-NL" sz="1500" dirty="0">
                          <a:solidFill>
                            <a:schemeClr val="tx1"/>
                          </a:solidFill>
                          <a:latin typeface="Calibri (Headings)"/>
                        </a:rPr>
                        <a:t>Surveilans</a:t>
                      </a:r>
                    </a:p>
                  </a:txBody>
                  <a:tcPr marL="3138" marR="3138" marT="31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50206959"/>
                  </a:ext>
                </a:extLst>
              </a:tr>
              <a:tr h="342719">
                <a:tc>
                  <a:txBody>
                    <a:bodyPr/>
                    <a:lstStyle/>
                    <a:p>
                      <a:pPr marL="93663" indent="0" algn="ctr" fontAlgn="ctr"/>
                      <a:r>
                        <a:rPr lang="en-US" sz="1500" b="0" i="0" u="none" strike="noStrike" dirty="0">
                          <a:solidFill>
                            <a:schemeClr val="tx1"/>
                          </a:solidFill>
                          <a:effectLst/>
                          <a:latin typeface="Calibri (Headings)"/>
                        </a:rPr>
                        <a:t>4</a:t>
                      </a:r>
                      <a:r>
                        <a:rPr lang="id-ID" sz="1500" b="0" i="0" u="none" strike="noStrike" dirty="0">
                          <a:solidFill>
                            <a:schemeClr val="tx1"/>
                          </a:solidFill>
                          <a:effectLst/>
                          <a:latin typeface="Calibri (Headings)"/>
                        </a:rPr>
                        <a:t>.</a:t>
                      </a:r>
                      <a:endParaRPr lang="nl-NL" sz="1500" b="0" i="0" u="none" strike="noStrike" dirty="0">
                        <a:solidFill>
                          <a:schemeClr val="tx1"/>
                        </a:solidFill>
                        <a:effectLst/>
                        <a:latin typeface="Calibri (Headings)"/>
                      </a:endParaRPr>
                    </a:p>
                  </a:txBody>
                  <a:tcPr marL="3138" marR="3138" marT="31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93663" indent="0" algn="l" fontAlgn="ctr"/>
                      <a:r>
                        <a:rPr lang="nl-NL" sz="1500" dirty="0">
                          <a:solidFill>
                            <a:schemeClr val="tx1"/>
                          </a:solidFill>
                          <a:latin typeface="Calibri (Headings)"/>
                        </a:rPr>
                        <a:t>Modul Analisis Metode Resolusi</a:t>
                      </a:r>
                    </a:p>
                  </a:txBody>
                  <a:tcPr marL="3138" marR="3138" marT="31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nl-NL" sz="1500" dirty="0">
                          <a:solidFill>
                            <a:schemeClr val="tx1"/>
                          </a:solidFill>
                          <a:latin typeface="Calibri (Headings)"/>
                        </a:rPr>
                        <a:t>GAMR</a:t>
                      </a:r>
                    </a:p>
                  </a:txBody>
                  <a:tcPr marL="3138" marR="3138" marT="31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nl-NL" sz="1500" dirty="0">
                          <a:solidFill>
                            <a:schemeClr val="tx1"/>
                          </a:solidFill>
                          <a:latin typeface="Calibri (Headings)"/>
                        </a:rPr>
                        <a:t>Resolusi</a:t>
                      </a:r>
                    </a:p>
                  </a:txBody>
                  <a:tcPr marL="3138" marR="3138" marT="31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83879">
                <a:tc>
                  <a:txBody>
                    <a:bodyPr/>
                    <a:lstStyle/>
                    <a:p>
                      <a:pPr marL="93663" indent="0" algn="ctr" fontAlgn="ctr"/>
                      <a:r>
                        <a:rPr lang="nl-NL" sz="1500" b="0" i="0" u="none" strike="noStrike" dirty="0">
                          <a:solidFill>
                            <a:schemeClr val="tx1"/>
                          </a:solidFill>
                          <a:effectLst/>
                          <a:latin typeface="Calibri (Headings)"/>
                        </a:rPr>
                        <a:t>5.</a:t>
                      </a:r>
                    </a:p>
                  </a:txBody>
                  <a:tcPr marL="3138" marR="3138" marT="31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93663" indent="0" algn="l" fontAlgn="ctr"/>
                      <a:r>
                        <a:rPr lang="nl-NL" sz="1500" dirty="0">
                          <a:solidFill>
                            <a:schemeClr val="tx1"/>
                          </a:solidFill>
                          <a:latin typeface="Calibri (Headings)"/>
                        </a:rPr>
                        <a:t>Modul Pelaksanaan Resolusi Bank</a:t>
                      </a:r>
                      <a:endParaRPr lang="nl-NL" sz="1500" i="0" dirty="0">
                        <a:solidFill>
                          <a:schemeClr val="tx1"/>
                        </a:solidFill>
                        <a:latin typeface="Calibri (Headings)"/>
                      </a:endParaRPr>
                    </a:p>
                  </a:txBody>
                  <a:tcPr marL="3138" marR="3138" marT="31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nl-NL" sz="1500" dirty="0">
                          <a:solidFill>
                            <a:schemeClr val="tx1"/>
                          </a:solidFill>
                          <a:latin typeface="Calibri (Headings)"/>
                        </a:rPr>
                        <a:t>GPRB</a:t>
                      </a:r>
                    </a:p>
                  </a:txBody>
                  <a:tcPr marL="3138" marR="3138" marT="31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nl-NL" sz="1500" dirty="0">
                          <a:solidFill>
                            <a:schemeClr val="tx1"/>
                          </a:solidFill>
                          <a:latin typeface="Calibri (Headings)"/>
                        </a:rPr>
                        <a:t>Resolusi</a:t>
                      </a:r>
                    </a:p>
                  </a:txBody>
                  <a:tcPr marL="3138" marR="3138" marT="31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7985340"/>
                  </a:ext>
                </a:extLst>
              </a:tr>
              <a:tr h="383879">
                <a:tc>
                  <a:txBody>
                    <a:bodyPr/>
                    <a:lstStyle/>
                    <a:p>
                      <a:pPr marL="93663" indent="0" algn="ctr" fontAlgn="ctr"/>
                      <a:r>
                        <a:rPr lang="nl-NL" sz="1500" b="0" i="0" u="none" strike="noStrike" dirty="0">
                          <a:solidFill>
                            <a:schemeClr val="tx1"/>
                          </a:solidFill>
                          <a:effectLst/>
                          <a:latin typeface="Calibri (Headings)"/>
                        </a:rPr>
                        <a:t>6.</a:t>
                      </a:r>
                    </a:p>
                  </a:txBody>
                  <a:tcPr marL="3138" marR="3138" marT="31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93663" indent="0" algn="l" fontAlgn="ctr"/>
                      <a:r>
                        <a:rPr lang="nl-NL" sz="1500" i="0" dirty="0">
                          <a:solidFill>
                            <a:schemeClr val="tx1"/>
                          </a:solidFill>
                          <a:latin typeface="Calibri (Headings)"/>
                        </a:rPr>
                        <a:t>Modul Penanganan Klaim Penjaminan</a:t>
                      </a:r>
                    </a:p>
                  </a:txBody>
                  <a:tcPr marL="3138" marR="3138" marT="31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nl-NL" sz="1500" dirty="0">
                          <a:solidFill>
                            <a:schemeClr val="tx1"/>
                          </a:solidFill>
                          <a:latin typeface="Calibri (Headings)"/>
                        </a:rPr>
                        <a:t>GPKL</a:t>
                      </a:r>
                    </a:p>
                  </a:txBody>
                  <a:tcPr marL="3138" marR="3138" marT="31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nl-NL" sz="1500" dirty="0">
                          <a:solidFill>
                            <a:schemeClr val="tx1"/>
                          </a:solidFill>
                          <a:latin typeface="Calibri (Headings)"/>
                        </a:rPr>
                        <a:t>Resolusi</a:t>
                      </a:r>
                    </a:p>
                  </a:txBody>
                  <a:tcPr marL="3138" marR="3138" marT="31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62335609"/>
                  </a:ext>
                </a:extLst>
              </a:tr>
              <a:tr h="383879">
                <a:tc>
                  <a:txBody>
                    <a:bodyPr/>
                    <a:lstStyle/>
                    <a:p>
                      <a:pPr marL="93663" indent="0" algn="ctr" fontAlgn="ctr"/>
                      <a:r>
                        <a:rPr lang="nl-NL" sz="1500" b="0" i="0" u="none" strike="noStrike" dirty="0">
                          <a:solidFill>
                            <a:schemeClr val="tx1"/>
                          </a:solidFill>
                          <a:effectLst/>
                          <a:latin typeface="Calibri (Headings)"/>
                        </a:rPr>
                        <a:t>7.</a:t>
                      </a:r>
                    </a:p>
                  </a:txBody>
                  <a:tcPr marL="3138" marR="3138" marT="31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93663" indent="0" algn="l" fontAlgn="ctr"/>
                      <a:r>
                        <a:rPr lang="nl-NL" sz="1500" i="0" dirty="0">
                          <a:solidFill>
                            <a:schemeClr val="tx1"/>
                          </a:solidFill>
                          <a:latin typeface="Calibri (Headings)"/>
                        </a:rPr>
                        <a:t>Modul Likuidasi</a:t>
                      </a:r>
                    </a:p>
                  </a:txBody>
                  <a:tcPr marL="3138" marR="3138" marT="31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nl-NL" sz="1500" dirty="0">
                          <a:solidFill>
                            <a:schemeClr val="tx1"/>
                          </a:solidFill>
                          <a:latin typeface="Calibri (Headings)"/>
                        </a:rPr>
                        <a:t>GLIK</a:t>
                      </a:r>
                    </a:p>
                  </a:txBody>
                  <a:tcPr marL="3138" marR="3138" marT="31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nl-NL" sz="1500" dirty="0">
                          <a:solidFill>
                            <a:schemeClr val="tx1"/>
                          </a:solidFill>
                          <a:latin typeface="Calibri (Headings)"/>
                        </a:rPr>
                        <a:t>Resolusi</a:t>
                      </a:r>
                    </a:p>
                  </a:txBody>
                  <a:tcPr marL="3138" marR="3138" marT="31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20299122"/>
                  </a:ext>
                </a:extLst>
              </a:tr>
              <a:tr h="383879">
                <a:tc>
                  <a:txBody>
                    <a:bodyPr/>
                    <a:lstStyle/>
                    <a:p>
                      <a:pPr marL="93663" indent="0" algn="ctr" fontAlgn="ctr"/>
                      <a:r>
                        <a:rPr lang="nl-NL" sz="1500" b="0" i="0" u="none" strike="noStrike" dirty="0">
                          <a:solidFill>
                            <a:schemeClr val="tx1"/>
                          </a:solidFill>
                          <a:effectLst/>
                          <a:latin typeface="Calibri (Headings)"/>
                        </a:rPr>
                        <a:t>8.</a:t>
                      </a:r>
                    </a:p>
                  </a:txBody>
                  <a:tcPr marL="3138" marR="3138" marT="31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93663" indent="0" algn="l" fontAlgn="ctr"/>
                      <a:r>
                        <a:rPr lang="nl-NL" sz="1500" i="0" dirty="0">
                          <a:solidFill>
                            <a:schemeClr val="tx1"/>
                          </a:solidFill>
                          <a:latin typeface="Calibri (Headings)"/>
                        </a:rPr>
                        <a:t>Modul Manajemen Aset</a:t>
                      </a:r>
                    </a:p>
                  </a:txBody>
                  <a:tcPr marL="3138" marR="3138" marT="31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nl-NL" sz="1500" dirty="0">
                          <a:solidFill>
                            <a:schemeClr val="tx1"/>
                          </a:solidFill>
                          <a:latin typeface="Calibri (Headings)"/>
                        </a:rPr>
                        <a:t>GMAS</a:t>
                      </a:r>
                    </a:p>
                  </a:txBody>
                  <a:tcPr marL="3138" marR="3138" marT="31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nl-NL" sz="1500" dirty="0">
                          <a:solidFill>
                            <a:schemeClr val="tx1"/>
                          </a:solidFill>
                          <a:latin typeface="Calibri (Headings)"/>
                        </a:rPr>
                        <a:t>Resolusi</a:t>
                      </a:r>
                    </a:p>
                  </a:txBody>
                  <a:tcPr marL="3138" marR="3138" marT="31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6920557"/>
                  </a:ext>
                </a:extLst>
              </a:tr>
              <a:tr h="383879">
                <a:tc>
                  <a:txBody>
                    <a:bodyPr/>
                    <a:lstStyle/>
                    <a:p>
                      <a:pPr marL="93663" indent="0" algn="ctr" fontAlgn="ctr"/>
                      <a:r>
                        <a:rPr lang="nl-NL" sz="1500" b="0" i="0" u="none" strike="noStrike" dirty="0">
                          <a:solidFill>
                            <a:schemeClr val="tx1"/>
                          </a:solidFill>
                          <a:effectLst/>
                          <a:latin typeface="Calibri (Headings)"/>
                        </a:rPr>
                        <a:t>9.</a:t>
                      </a:r>
                    </a:p>
                  </a:txBody>
                  <a:tcPr marL="3138" marR="3138" marT="31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93663" indent="0" algn="l" fontAlgn="ctr"/>
                      <a:r>
                        <a:rPr lang="nl-NL" sz="1500" i="0" dirty="0">
                          <a:solidFill>
                            <a:schemeClr val="tx1"/>
                          </a:solidFill>
                          <a:latin typeface="Calibri (Headings)"/>
                        </a:rPr>
                        <a:t>Modul Riset</a:t>
                      </a:r>
                    </a:p>
                  </a:txBody>
                  <a:tcPr marL="3138" marR="3138" marT="31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nl-NL" sz="1500" dirty="0">
                          <a:solidFill>
                            <a:schemeClr val="tx1"/>
                          </a:solidFill>
                          <a:latin typeface="Calibri (Headings)"/>
                        </a:rPr>
                        <a:t>GRIS</a:t>
                      </a:r>
                    </a:p>
                  </a:txBody>
                  <a:tcPr marL="3138" marR="3138" marT="31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nl-NL" sz="1500" dirty="0">
                          <a:solidFill>
                            <a:schemeClr val="tx1"/>
                          </a:solidFill>
                          <a:latin typeface="Calibri (Headings)"/>
                        </a:rPr>
                        <a:t>Riset</a:t>
                      </a:r>
                    </a:p>
                  </a:txBody>
                  <a:tcPr marL="3138" marR="3138" marT="31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29748260"/>
                  </a:ext>
                </a:extLst>
              </a:tr>
              <a:tr h="383879">
                <a:tc>
                  <a:txBody>
                    <a:bodyPr/>
                    <a:lstStyle/>
                    <a:p>
                      <a:pPr marL="93663" indent="0" algn="ctr" fontAlgn="ctr"/>
                      <a:r>
                        <a:rPr lang="nl-NL" sz="1500" b="0" i="0" u="none" strike="noStrike" dirty="0">
                          <a:solidFill>
                            <a:schemeClr val="tx1"/>
                          </a:solidFill>
                          <a:effectLst/>
                          <a:latin typeface="Calibri (Headings)"/>
                        </a:rPr>
                        <a:t>10.</a:t>
                      </a:r>
                    </a:p>
                  </a:txBody>
                  <a:tcPr marL="3138" marR="3138" marT="31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93663" indent="0" algn="l" fontAlgn="ctr"/>
                      <a:r>
                        <a:rPr lang="nl-NL" sz="1500" i="0" dirty="0">
                          <a:solidFill>
                            <a:schemeClr val="tx1"/>
                          </a:solidFill>
                          <a:latin typeface="Calibri (Headings)"/>
                        </a:rPr>
                        <a:t>Modul Lab Resolusi</a:t>
                      </a:r>
                    </a:p>
                  </a:txBody>
                  <a:tcPr marL="3138" marR="3138" marT="31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nl-NL" sz="1500" dirty="0">
                          <a:solidFill>
                            <a:schemeClr val="tx1"/>
                          </a:solidFill>
                          <a:latin typeface="Calibri (Headings)"/>
                        </a:rPr>
                        <a:t>GPRB</a:t>
                      </a:r>
                    </a:p>
                  </a:txBody>
                  <a:tcPr marL="3138" marR="3138" marT="31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nl-NL" sz="1500" dirty="0">
                          <a:solidFill>
                            <a:schemeClr val="tx1"/>
                          </a:solidFill>
                          <a:latin typeface="Calibri (Headings)"/>
                        </a:rPr>
                        <a:t>Resolusi</a:t>
                      </a:r>
                    </a:p>
                  </a:txBody>
                  <a:tcPr marL="3138" marR="3138" marT="31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11483320"/>
                  </a:ext>
                </a:extLst>
              </a:tr>
            </a:tbl>
          </a:graphicData>
        </a:graphic>
      </p:graphicFrame>
    </p:spTree>
    <p:extLst>
      <p:ext uri="{BB962C8B-B14F-4D97-AF65-F5344CB8AC3E}">
        <p14:creationId xmlns:p14="http://schemas.microsoft.com/office/powerpoint/2010/main" val="1048230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443866" y="270355"/>
            <a:ext cx="7927974" cy="655042"/>
          </a:xfrm>
        </p:spPr>
        <p:txBody>
          <a:bodyPr>
            <a:noAutofit/>
          </a:bodyPr>
          <a:lstStyle/>
          <a:p>
            <a:pPr algn="l"/>
            <a:r>
              <a:rPr lang="en-US" sz="2800" dirty="0">
                <a:latin typeface="Segoe UI" panose="020B0502040204020203" pitchFamily="34" charset="0"/>
                <a:ea typeface="Segoe UI" panose="020B0502040204020203" pitchFamily="34" charset="0"/>
                <a:cs typeface="Segoe UI" panose="020B0502040204020203" pitchFamily="34" charset="0"/>
              </a:rPr>
              <a:t>Domain </a:t>
            </a:r>
            <a:r>
              <a:rPr lang="en-US" sz="2800" dirty="0" err="1">
                <a:latin typeface="Segoe UI" panose="020B0502040204020203" pitchFamily="34" charset="0"/>
                <a:ea typeface="Segoe UI" panose="020B0502040204020203" pitchFamily="34" charset="0"/>
                <a:cs typeface="Segoe UI" panose="020B0502040204020203" pitchFamily="34" charset="0"/>
              </a:rPr>
              <a:t>Informasi</a:t>
            </a:r>
            <a:r>
              <a:rPr lang="en-US" sz="2800" dirty="0">
                <a:latin typeface="Segoe UI" panose="020B0502040204020203" pitchFamily="34" charset="0"/>
                <a:ea typeface="Segoe UI" panose="020B0502040204020203" pitchFamily="34" charset="0"/>
                <a:cs typeface="Segoe UI" panose="020B0502040204020203" pitchFamily="34" charset="0"/>
              </a:rPr>
              <a:t> di LPS</a:t>
            </a:r>
          </a:p>
        </p:txBody>
      </p:sp>
      <p:sp>
        <p:nvSpPr>
          <p:cNvPr id="7" name="Rectangle 6">
            <a:extLst>
              <a:ext uri="{FF2B5EF4-FFF2-40B4-BE49-F238E27FC236}">
                <a16:creationId xmlns:a16="http://schemas.microsoft.com/office/drawing/2014/main" id="{3082CF90-A196-49EF-8704-49B8173EFF0B}"/>
              </a:ext>
            </a:extLst>
          </p:cNvPr>
          <p:cNvSpPr/>
          <p:nvPr/>
        </p:nvSpPr>
        <p:spPr>
          <a:xfrm>
            <a:off x="1382973" y="1123665"/>
            <a:ext cx="6509982" cy="2119953"/>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C4D4BFC-ECCF-484C-85C1-0A65917750BC}"/>
              </a:ext>
            </a:extLst>
          </p:cNvPr>
          <p:cNvSpPr>
            <a:spLocks/>
          </p:cNvSpPr>
          <p:nvPr/>
        </p:nvSpPr>
        <p:spPr>
          <a:xfrm>
            <a:off x="3648333" y="1408609"/>
            <a:ext cx="2011680" cy="1836354"/>
          </a:xfrm>
          <a:prstGeom prst="rect">
            <a:avLst/>
          </a:prstGeom>
          <a:solidFill>
            <a:schemeClr val="bg1">
              <a:alpha val="45000"/>
            </a:schemeClr>
          </a:solidFill>
          <a:ln w="6350">
            <a:solidFill>
              <a:srgbClr val="C7B8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latin typeface="Book Antiqua" panose="02040602050305030304" pitchFamily="18" charset="0"/>
            </a:endParaRPr>
          </a:p>
        </p:txBody>
      </p:sp>
      <p:sp>
        <p:nvSpPr>
          <p:cNvPr id="9" name="Rectangle 31">
            <a:extLst>
              <a:ext uri="{FF2B5EF4-FFF2-40B4-BE49-F238E27FC236}">
                <a16:creationId xmlns:a16="http://schemas.microsoft.com/office/drawing/2014/main" id="{904823CB-E4F6-432F-B67A-5A9CBD556FF8}"/>
              </a:ext>
            </a:extLst>
          </p:cNvPr>
          <p:cNvSpPr>
            <a:spLocks noChangeArrowheads="1"/>
          </p:cNvSpPr>
          <p:nvPr/>
        </p:nvSpPr>
        <p:spPr bwMode="gray">
          <a:xfrm>
            <a:off x="3958971" y="1715793"/>
            <a:ext cx="1682485" cy="142022"/>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lIns="0" tIns="0" rIns="0" bIns="0"/>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eaLnBrk="0" fontAlgn="base" hangingPunct="0">
              <a:lnSpc>
                <a:spcPct val="90000"/>
              </a:lnSpc>
              <a:spcBef>
                <a:spcPct val="0"/>
              </a:spcBef>
              <a:spcAft>
                <a:spcPct val="0"/>
              </a:spcAft>
              <a:buClr>
                <a:srgbClr val="777777"/>
              </a:buClr>
              <a:buSzPct val="80000"/>
              <a:defRPr/>
            </a:pPr>
            <a:r>
              <a:rPr lang="en-US" altLang="en-US" sz="1000" kern="0" dirty="0">
                <a:solidFill>
                  <a:srgbClr val="000000"/>
                </a:solidFill>
                <a:latin typeface="Book Antiqua" panose="02040602050305030304" pitchFamily="18" charset="0"/>
              </a:rPr>
              <a:t>Data Ekonomi </a:t>
            </a:r>
            <a:r>
              <a:rPr lang="en-US" altLang="en-US" sz="1000" kern="0" dirty="0" err="1">
                <a:solidFill>
                  <a:srgbClr val="000000"/>
                </a:solidFill>
                <a:latin typeface="Book Antiqua" panose="02040602050305030304" pitchFamily="18" charset="0"/>
              </a:rPr>
              <a:t>Makro</a:t>
            </a:r>
            <a:endParaRPr kumimoji="0" lang="en-US" altLang="en-US" sz="1000" b="0" i="0" u="none" strike="noStrike" kern="0" cap="none" spc="0" normalizeH="0" baseline="0" noProof="0" dirty="0">
              <a:ln>
                <a:noFill/>
              </a:ln>
              <a:solidFill>
                <a:srgbClr val="000000"/>
              </a:solidFill>
              <a:effectLst/>
              <a:uLnTx/>
              <a:uFillTx/>
              <a:latin typeface="Book Antiqua" panose="02040602050305030304" pitchFamily="18" charset="0"/>
            </a:endParaRPr>
          </a:p>
        </p:txBody>
      </p:sp>
      <p:sp>
        <p:nvSpPr>
          <p:cNvPr id="10" name="Rectangle 28">
            <a:extLst>
              <a:ext uri="{FF2B5EF4-FFF2-40B4-BE49-F238E27FC236}">
                <a16:creationId xmlns:a16="http://schemas.microsoft.com/office/drawing/2014/main" id="{E18260CE-AC88-4C20-BAC1-9A71132BC5A4}"/>
              </a:ext>
            </a:extLst>
          </p:cNvPr>
          <p:cNvSpPr>
            <a:spLocks noChangeArrowheads="1"/>
          </p:cNvSpPr>
          <p:nvPr/>
        </p:nvSpPr>
        <p:spPr bwMode="gray">
          <a:xfrm>
            <a:off x="3958970" y="1468834"/>
            <a:ext cx="1721294" cy="165447"/>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lIns="0" tIns="0" rIns="0" bIns="0"/>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eaLnBrk="0" fontAlgn="base" hangingPunct="0">
              <a:lnSpc>
                <a:spcPct val="90000"/>
              </a:lnSpc>
              <a:spcBef>
                <a:spcPct val="0"/>
              </a:spcBef>
              <a:spcAft>
                <a:spcPct val="0"/>
              </a:spcAft>
              <a:buClr>
                <a:srgbClr val="777777"/>
              </a:buClr>
              <a:buSzPct val="80000"/>
              <a:defRPr/>
            </a:pPr>
            <a:r>
              <a:rPr lang="de-DE" altLang="en-US" sz="1000" kern="0" dirty="0">
                <a:solidFill>
                  <a:srgbClr val="000000"/>
                </a:solidFill>
                <a:latin typeface="Book Antiqua" panose="02040602050305030304" pitchFamily="18" charset="0"/>
              </a:rPr>
              <a:t>Data Riset Pasar</a:t>
            </a:r>
            <a:endParaRPr kumimoji="0" lang="en-GB" altLang="en-US" sz="1000" b="0" i="0" u="none" strike="noStrike" kern="0" cap="none" spc="0" normalizeH="0" baseline="0" noProof="0" dirty="0">
              <a:ln>
                <a:noFill/>
              </a:ln>
              <a:solidFill>
                <a:srgbClr val="000000"/>
              </a:solidFill>
              <a:effectLst/>
              <a:uLnTx/>
              <a:uFillTx/>
              <a:latin typeface="Book Antiqua" panose="02040602050305030304" pitchFamily="18" charset="0"/>
            </a:endParaRPr>
          </a:p>
        </p:txBody>
      </p:sp>
      <p:sp>
        <p:nvSpPr>
          <p:cNvPr id="11" name="Rectangle 29">
            <a:extLst>
              <a:ext uri="{FF2B5EF4-FFF2-40B4-BE49-F238E27FC236}">
                <a16:creationId xmlns:a16="http://schemas.microsoft.com/office/drawing/2014/main" id="{58139C6E-43BE-4FCE-BD4D-F69217EB530E}"/>
              </a:ext>
            </a:extLst>
          </p:cNvPr>
          <p:cNvSpPr>
            <a:spLocks noChangeArrowheads="1"/>
          </p:cNvSpPr>
          <p:nvPr/>
        </p:nvSpPr>
        <p:spPr bwMode="gray">
          <a:xfrm>
            <a:off x="3692297" y="1468837"/>
            <a:ext cx="177266" cy="166011"/>
          </a:xfrm>
          <a:prstGeom prst="rect">
            <a:avLst/>
          </a:prstGeom>
          <a:solidFill>
            <a:schemeClr val="accent4"/>
          </a:solidFill>
          <a:ln w="3175">
            <a:noFill/>
            <a:miter lim="800000"/>
            <a:headEnd/>
            <a:tailEnd/>
          </a:ln>
          <a:effectLst/>
        </p:spPr>
        <p:txBody>
          <a:bodyPr wrap="none" lIns="90000" tIns="46800" rIns="90000" bIns="46800" anchor="ctr"/>
          <a:lstStyle/>
          <a:p>
            <a:pPr marL="187325" indent="-187325" algn="ctr" defTabSz="762000" eaLnBrk="0" fontAlgn="base" hangingPunct="0">
              <a:lnSpc>
                <a:spcPct val="90000"/>
              </a:lnSpc>
              <a:spcBef>
                <a:spcPct val="0"/>
              </a:spcBef>
              <a:spcAft>
                <a:spcPct val="0"/>
              </a:spcAft>
              <a:buClr>
                <a:srgbClr val="777777"/>
              </a:buClr>
              <a:buSzPct val="80000"/>
              <a:buFont typeface="Wingdings" panose="05000000000000000000" pitchFamily="2" charset="2"/>
              <a:buNone/>
            </a:pPr>
            <a:r>
              <a:rPr lang="en-US" altLang="en-US" sz="1000" kern="0" dirty="0">
                <a:solidFill>
                  <a:srgbClr val="FFFFFF"/>
                </a:solidFill>
                <a:latin typeface="Book Antiqua" panose="02040602050305030304" pitchFamily="18" charset="0"/>
                <a:cs typeface="Arial" panose="020B0604020202020204" pitchFamily="34" charset="0"/>
              </a:rPr>
              <a:t>S1</a:t>
            </a:r>
          </a:p>
        </p:txBody>
      </p:sp>
      <p:sp>
        <p:nvSpPr>
          <p:cNvPr id="12" name="Rectangle 32">
            <a:extLst>
              <a:ext uri="{FF2B5EF4-FFF2-40B4-BE49-F238E27FC236}">
                <a16:creationId xmlns:a16="http://schemas.microsoft.com/office/drawing/2014/main" id="{D00E2F05-3E33-454D-9471-D2B84B5BC3F4}"/>
              </a:ext>
            </a:extLst>
          </p:cNvPr>
          <p:cNvSpPr>
            <a:spLocks noChangeArrowheads="1"/>
          </p:cNvSpPr>
          <p:nvPr/>
        </p:nvSpPr>
        <p:spPr bwMode="gray">
          <a:xfrm>
            <a:off x="3692297" y="1699329"/>
            <a:ext cx="177266" cy="166012"/>
          </a:xfrm>
          <a:prstGeom prst="rect">
            <a:avLst/>
          </a:prstGeom>
          <a:solidFill>
            <a:schemeClr val="accent4"/>
          </a:solidFill>
          <a:ln w="3175">
            <a:noFill/>
            <a:miter lim="800000"/>
            <a:headEnd/>
            <a:tailEnd/>
          </a:ln>
          <a:effectLst/>
        </p:spPr>
        <p:txBody>
          <a:bodyPr wrap="none" lIns="90000" tIns="46800" rIns="90000" bIns="46800" anchor="ctr"/>
          <a:lstStyle/>
          <a:p>
            <a:pPr marL="187325" indent="-187325" algn="ctr" defTabSz="762000" eaLnBrk="0" fontAlgn="base" hangingPunct="0">
              <a:lnSpc>
                <a:spcPct val="90000"/>
              </a:lnSpc>
              <a:spcBef>
                <a:spcPct val="0"/>
              </a:spcBef>
              <a:spcAft>
                <a:spcPct val="0"/>
              </a:spcAft>
              <a:buClr>
                <a:srgbClr val="777777"/>
              </a:buClr>
              <a:buSzPct val="80000"/>
              <a:buFont typeface="Wingdings" panose="05000000000000000000" pitchFamily="2" charset="2"/>
              <a:buNone/>
            </a:pPr>
            <a:r>
              <a:rPr lang="en-US" altLang="en-US" sz="1000" kern="0" dirty="0">
                <a:solidFill>
                  <a:srgbClr val="FFFFFF"/>
                </a:solidFill>
                <a:latin typeface="Book Antiqua" panose="02040602050305030304" pitchFamily="18" charset="0"/>
                <a:cs typeface="Arial" panose="020B0604020202020204" pitchFamily="34" charset="0"/>
              </a:rPr>
              <a:t>S2</a:t>
            </a:r>
          </a:p>
        </p:txBody>
      </p:sp>
      <p:sp>
        <p:nvSpPr>
          <p:cNvPr id="13" name="Rectangle 34">
            <a:extLst>
              <a:ext uri="{FF2B5EF4-FFF2-40B4-BE49-F238E27FC236}">
                <a16:creationId xmlns:a16="http://schemas.microsoft.com/office/drawing/2014/main" id="{EA366013-B018-4A96-9184-7FFAEECD8C97}"/>
              </a:ext>
            </a:extLst>
          </p:cNvPr>
          <p:cNvSpPr>
            <a:spLocks noChangeArrowheads="1"/>
          </p:cNvSpPr>
          <p:nvPr/>
        </p:nvSpPr>
        <p:spPr bwMode="gray">
          <a:xfrm>
            <a:off x="3958970" y="1918849"/>
            <a:ext cx="1721294" cy="142022"/>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lIns="0" tIns="0" rIns="0" bIns="0"/>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eaLnBrk="0" fontAlgn="base" hangingPunct="0">
              <a:lnSpc>
                <a:spcPct val="90000"/>
              </a:lnSpc>
              <a:spcBef>
                <a:spcPct val="0"/>
              </a:spcBef>
              <a:spcAft>
                <a:spcPct val="0"/>
              </a:spcAft>
              <a:buClr>
                <a:srgbClr val="777777"/>
              </a:buClr>
              <a:buSzPct val="80000"/>
              <a:defRPr/>
            </a:pPr>
            <a:r>
              <a:rPr lang="en-US" altLang="en-US" sz="1000" kern="0" dirty="0">
                <a:solidFill>
                  <a:srgbClr val="000000"/>
                </a:solidFill>
                <a:latin typeface="Book Antiqua" panose="02040602050305030304" pitchFamily="18" charset="0"/>
              </a:rPr>
              <a:t>Data Bank Dalam </a:t>
            </a:r>
            <a:r>
              <a:rPr lang="en-US" altLang="en-US" sz="1000" kern="0" dirty="0" err="1">
                <a:solidFill>
                  <a:srgbClr val="000000"/>
                </a:solidFill>
                <a:latin typeface="Book Antiqua" panose="02040602050305030304" pitchFamily="18" charset="0"/>
              </a:rPr>
              <a:t>Pengawasan</a:t>
            </a:r>
            <a:endParaRPr kumimoji="0" lang="en-US" altLang="en-US" sz="1000" b="0" i="0" u="none" strike="noStrike" kern="0" cap="none" spc="0" normalizeH="0" baseline="0" noProof="0" dirty="0">
              <a:ln>
                <a:noFill/>
              </a:ln>
              <a:solidFill>
                <a:srgbClr val="000000"/>
              </a:solidFill>
              <a:effectLst/>
              <a:uLnTx/>
              <a:uFillTx/>
              <a:latin typeface="Book Antiqua" panose="02040602050305030304" pitchFamily="18" charset="0"/>
            </a:endParaRPr>
          </a:p>
        </p:txBody>
      </p:sp>
      <p:sp>
        <p:nvSpPr>
          <p:cNvPr id="14" name="Rectangle 35">
            <a:extLst>
              <a:ext uri="{FF2B5EF4-FFF2-40B4-BE49-F238E27FC236}">
                <a16:creationId xmlns:a16="http://schemas.microsoft.com/office/drawing/2014/main" id="{4B62B8E1-D0D2-4C78-83B6-C6CBACBC10DA}"/>
              </a:ext>
            </a:extLst>
          </p:cNvPr>
          <p:cNvSpPr>
            <a:spLocks noChangeArrowheads="1"/>
          </p:cNvSpPr>
          <p:nvPr/>
        </p:nvSpPr>
        <p:spPr bwMode="gray">
          <a:xfrm>
            <a:off x="3692297" y="1918849"/>
            <a:ext cx="177266" cy="166012"/>
          </a:xfrm>
          <a:prstGeom prst="rect">
            <a:avLst/>
          </a:prstGeom>
          <a:solidFill>
            <a:schemeClr val="accent4"/>
          </a:solidFill>
          <a:ln w="3175">
            <a:noFill/>
            <a:miter lim="800000"/>
            <a:headEnd/>
            <a:tailEnd/>
          </a:ln>
          <a:effectLst/>
        </p:spPr>
        <p:txBody>
          <a:bodyPr wrap="none" lIns="90000" tIns="46800" rIns="90000" bIns="46800" anchor="ctr"/>
          <a:lstStyle/>
          <a:p>
            <a:pPr marL="187325" indent="-187325" algn="ctr" defTabSz="762000" eaLnBrk="0" fontAlgn="base" hangingPunct="0">
              <a:lnSpc>
                <a:spcPct val="90000"/>
              </a:lnSpc>
              <a:spcBef>
                <a:spcPct val="0"/>
              </a:spcBef>
              <a:spcAft>
                <a:spcPct val="0"/>
              </a:spcAft>
              <a:buClr>
                <a:srgbClr val="777777"/>
              </a:buClr>
              <a:buSzPct val="80000"/>
              <a:buFont typeface="Wingdings" panose="05000000000000000000" pitchFamily="2" charset="2"/>
              <a:buNone/>
            </a:pPr>
            <a:r>
              <a:rPr lang="en-US" altLang="en-US" sz="1000" kern="0" dirty="0">
                <a:solidFill>
                  <a:srgbClr val="FFFFFF"/>
                </a:solidFill>
                <a:latin typeface="Book Antiqua" panose="02040602050305030304" pitchFamily="18" charset="0"/>
                <a:cs typeface="Arial" panose="020B0604020202020204" pitchFamily="34" charset="0"/>
              </a:rPr>
              <a:t>S3</a:t>
            </a:r>
          </a:p>
        </p:txBody>
      </p:sp>
      <p:sp>
        <p:nvSpPr>
          <p:cNvPr id="15" name="Rectangle 70">
            <a:extLst>
              <a:ext uri="{FF2B5EF4-FFF2-40B4-BE49-F238E27FC236}">
                <a16:creationId xmlns:a16="http://schemas.microsoft.com/office/drawing/2014/main" id="{FF82028A-1360-4475-9A8B-A7AD776A9B17}"/>
              </a:ext>
            </a:extLst>
          </p:cNvPr>
          <p:cNvSpPr>
            <a:spLocks noChangeArrowheads="1"/>
          </p:cNvSpPr>
          <p:nvPr/>
        </p:nvSpPr>
        <p:spPr bwMode="auto">
          <a:xfrm>
            <a:off x="3648333" y="1173659"/>
            <a:ext cx="2011680" cy="244366"/>
          </a:xfrm>
          <a:prstGeom prst="rect">
            <a:avLst/>
          </a:prstGeom>
          <a:solidFill>
            <a:srgbClr val="706138"/>
          </a:solidFill>
          <a:ln w="3175">
            <a:solidFill>
              <a:srgbClr val="C7B88F"/>
            </a:solidFill>
            <a:miter lim="800000"/>
            <a:headEnd/>
            <a:tailEnd/>
          </a:ln>
          <a:effectLst/>
        </p:spPr>
        <p:txBody>
          <a:bodyPr wrap="none" lIns="54610" tIns="54610" rIns="54610" bIns="54610" anchor="ctr"/>
          <a:lstStyle>
            <a:lvl1pPr marL="187325" indent="-187325"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algn="ctr" eaLnBrk="0" fontAlgn="base" hangingPunct="0">
              <a:lnSpc>
                <a:spcPct val="90000"/>
              </a:lnSpc>
              <a:spcBef>
                <a:spcPct val="0"/>
              </a:spcBef>
              <a:spcAft>
                <a:spcPct val="0"/>
              </a:spcAft>
              <a:buClr>
                <a:srgbClr val="777777"/>
              </a:buClr>
              <a:buSzPct val="80000"/>
              <a:defRPr/>
            </a:pPr>
            <a:r>
              <a:rPr lang="en-US" altLang="en-US" sz="1200" b="1" kern="0" dirty="0">
                <a:solidFill>
                  <a:schemeClr val="bg1"/>
                </a:solidFill>
                <a:latin typeface="Book Antiqua" panose="02040602050305030304" pitchFamily="18" charset="0"/>
              </a:rPr>
              <a:t>Data </a:t>
            </a:r>
            <a:r>
              <a:rPr lang="en-US" altLang="en-US" sz="1200" b="1" kern="0" dirty="0" err="1">
                <a:solidFill>
                  <a:schemeClr val="bg1"/>
                </a:solidFill>
                <a:latin typeface="Book Antiqua" panose="02040602050305030304" pitchFamily="18" charset="0"/>
              </a:rPr>
              <a:t>Surveilans</a:t>
            </a:r>
            <a:endParaRPr kumimoji="0" lang="en-US" altLang="en-US" sz="1200" b="1" i="0" u="none" strike="noStrike" kern="0" cap="none" spc="0" normalizeH="0" baseline="0" noProof="0" dirty="0">
              <a:ln>
                <a:noFill/>
              </a:ln>
              <a:solidFill>
                <a:schemeClr val="bg1"/>
              </a:solidFill>
              <a:effectLst/>
              <a:uLnTx/>
              <a:uFillTx/>
              <a:latin typeface="Book Antiqua" panose="02040602050305030304" pitchFamily="18" charset="0"/>
            </a:endParaRPr>
          </a:p>
        </p:txBody>
      </p:sp>
      <p:sp>
        <p:nvSpPr>
          <p:cNvPr id="16" name="Rectangle 15">
            <a:extLst>
              <a:ext uri="{FF2B5EF4-FFF2-40B4-BE49-F238E27FC236}">
                <a16:creationId xmlns:a16="http://schemas.microsoft.com/office/drawing/2014/main" id="{F4DA0B16-A473-48F3-92AD-B611A3328816}"/>
              </a:ext>
            </a:extLst>
          </p:cNvPr>
          <p:cNvSpPr>
            <a:spLocks/>
          </p:cNvSpPr>
          <p:nvPr/>
        </p:nvSpPr>
        <p:spPr>
          <a:xfrm>
            <a:off x="3648334" y="3575633"/>
            <a:ext cx="2011680" cy="2560320"/>
          </a:xfrm>
          <a:prstGeom prst="rect">
            <a:avLst/>
          </a:prstGeom>
          <a:solidFill>
            <a:schemeClr val="bg1"/>
          </a:solidFill>
          <a:ln w="6350">
            <a:solidFill>
              <a:srgbClr val="C7B8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ook Antiqua" panose="02040602050305030304" pitchFamily="18" charset="0"/>
            </a:endParaRPr>
          </a:p>
        </p:txBody>
      </p:sp>
      <p:sp>
        <p:nvSpPr>
          <p:cNvPr id="17" name="Rectangle 64">
            <a:extLst>
              <a:ext uri="{FF2B5EF4-FFF2-40B4-BE49-F238E27FC236}">
                <a16:creationId xmlns:a16="http://schemas.microsoft.com/office/drawing/2014/main" id="{FC6679FC-7550-4EBE-84FA-CA7ED52FA648}"/>
              </a:ext>
            </a:extLst>
          </p:cNvPr>
          <p:cNvSpPr>
            <a:spLocks noChangeArrowheads="1"/>
          </p:cNvSpPr>
          <p:nvPr/>
        </p:nvSpPr>
        <p:spPr bwMode="auto">
          <a:xfrm>
            <a:off x="3696926" y="3688490"/>
            <a:ext cx="168017" cy="155036"/>
          </a:xfrm>
          <a:prstGeom prst="rect">
            <a:avLst/>
          </a:prstGeom>
          <a:solidFill>
            <a:srgbClr val="00B050"/>
          </a:solidFill>
          <a:ln w="3175">
            <a:noFill/>
            <a:miter lim="800000"/>
            <a:headEnd/>
            <a:tailEnd/>
          </a:ln>
          <a:effectLst/>
          <a:extLs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90000" tIns="46800" rIns="90000" bIns="46800" anchor="ctr"/>
          <a:lstStyle>
            <a:lvl1pPr marL="187325" indent="-187325"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marL="187325" marR="0" lvl="0" indent="-187325" algn="ctr" defTabSz="762000" eaLnBrk="0" fontAlgn="base" latinLnBrk="0" hangingPunct="0">
              <a:lnSpc>
                <a:spcPct val="90000"/>
              </a:lnSpc>
              <a:spcBef>
                <a:spcPct val="0"/>
              </a:spcBef>
              <a:spcAft>
                <a:spcPct val="0"/>
              </a:spcAft>
              <a:buClr>
                <a:srgbClr val="777777"/>
              </a:buClr>
              <a:buSzPct val="80000"/>
              <a:buFont typeface="Wingdings" panose="05000000000000000000" pitchFamily="2" charset="2"/>
              <a:buNone/>
              <a:tabLst/>
              <a:defRPr/>
            </a:pPr>
            <a:r>
              <a:rPr kumimoji="0" lang="en-US" altLang="en-US" sz="1000" b="0" i="0" u="none" strike="noStrike" kern="0" cap="none" spc="0" normalizeH="0" baseline="0" noProof="0" dirty="0">
                <a:ln>
                  <a:noFill/>
                </a:ln>
                <a:solidFill>
                  <a:schemeClr val="bg1"/>
                </a:solidFill>
                <a:effectLst/>
                <a:uLnTx/>
                <a:uFillTx/>
                <a:latin typeface="Book Antiqua" panose="02040602050305030304" pitchFamily="18" charset="0"/>
              </a:rPr>
              <a:t>G1</a:t>
            </a:r>
          </a:p>
        </p:txBody>
      </p:sp>
      <p:sp>
        <p:nvSpPr>
          <p:cNvPr id="18" name="Rectangle 65">
            <a:extLst>
              <a:ext uri="{FF2B5EF4-FFF2-40B4-BE49-F238E27FC236}">
                <a16:creationId xmlns:a16="http://schemas.microsoft.com/office/drawing/2014/main" id="{5DE88064-B974-45E7-8649-FB240EEF845F}"/>
              </a:ext>
            </a:extLst>
          </p:cNvPr>
          <p:cNvSpPr>
            <a:spLocks noChangeArrowheads="1"/>
          </p:cNvSpPr>
          <p:nvPr/>
        </p:nvSpPr>
        <p:spPr bwMode="auto">
          <a:xfrm>
            <a:off x="4008981" y="3683002"/>
            <a:ext cx="1643486" cy="167384"/>
          </a:xfrm>
          <a:prstGeom prst="rect">
            <a:avLst/>
          </a:prstGeom>
          <a:noFill/>
          <a:ln w="3175">
            <a:noFill/>
            <a:miter lim="800000"/>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lIns="0" tIns="0" rIns="0" bIns="0"/>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eaLnBrk="0" fontAlgn="base" hangingPunct="0">
              <a:lnSpc>
                <a:spcPct val="90000"/>
              </a:lnSpc>
              <a:spcBef>
                <a:spcPct val="0"/>
              </a:spcBef>
              <a:spcAft>
                <a:spcPct val="0"/>
              </a:spcAft>
              <a:buClr>
                <a:srgbClr val="777777"/>
              </a:buClr>
              <a:buSzPct val="80000"/>
              <a:defRPr/>
            </a:pPr>
            <a:r>
              <a:rPr lang="en-US" altLang="en-US" sz="1000" kern="0" dirty="0" err="1">
                <a:solidFill>
                  <a:srgbClr val="000000"/>
                </a:solidFill>
                <a:latin typeface="Book Antiqua" panose="02040602050305030304" pitchFamily="18" charset="0"/>
              </a:rPr>
              <a:t>Peraturan</a:t>
            </a:r>
            <a:r>
              <a:rPr lang="en-US" altLang="en-US" sz="1000" kern="0" dirty="0">
                <a:solidFill>
                  <a:srgbClr val="000000"/>
                </a:solidFill>
                <a:latin typeface="Book Antiqua" panose="02040602050305030304" pitchFamily="18" charset="0"/>
              </a:rPr>
              <a:t> Internal</a:t>
            </a:r>
            <a:endParaRPr kumimoji="0" lang="en-US" altLang="en-US" sz="1000" b="0" i="0" u="none" strike="noStrike" kern="0" cap="none" spc="0" normalizeH="0" baseline="0" noProof="0" dirty="0">
              <a:ln>
                <a:noFill/>
              </a:ln>
              <a:solidFill>
                <a:srgbClr val="000000"/>
              </a:solidFill>
              <a:effectLst/>
              <a:uLnTx/>
              <a:uFillTx/>
              <a:latin typeface="Book Antiqua" panose="02040602050305030304" pitchFamily="18" charset="0"/>
            </a:endParaRPr>
          </a:p>
        </p:txBody>
      </p:sp>
      <p:sp>
        <p:nvSpPr>
          <p:cNvPr id="19" name="Rectangle 79">
            <a:extLst>
              <a:ext uri="{FF2B5EF4-FFF2-40B4-BE49-F238E27FC236}">
                <a16:creationId xmlns:a16="http://schemas.microsoft.com/office/drawing/2014/main" id="{79470959-F994-440D-AAAC-185287B5D5C9}"/>
              </a:ext>
            </a:extLst>
          </p:cNvPr>
          <p:cNvSpPr>
            <a:spLocks noChangeArrowheads="1"/>
          </p:cNvSpPr>
          <p:nvPr/>
        </p:nvSpPr>
        <p:spPr bwMode="auto">
          <a:xfrm>
            <a:off x="3648333" y="3333458"/>
            <a:ext cx="2011680" cy="244366"/>
          </a:xfrm>
          <a:prstGeom prst="rect">
            <a:avLst/>
          </a:prstGeom>
          <a:solidFill>
            <a:srgbClr val="706138"/>
          </a:solidFill>
          <a:ln w="3175">
            <a:solidFill>
              <a:srgbClr val="C7B88F"/>
            </a:solidFill>
            <a:miter lim="800000"/>
            <a:headEnd/>
            <a:tailEnd/>
          </a:ln>
          <a:effectLst/>
        </p:spPr>
        <p:txBody>
          <a:bodyPr wrap="none" lIns="54610" tIns="54610" rIns="54610" bIns="54610" anchor="ctr"/>
          <a:lstStyle/>
          <a:p>
            <a:pPr marL="187325" indent="-187325" algn="ctr" defTabSz="762000" eaLnBrk="0" fontAlgn="base" hangingPunct="0">
              <a:lnSpc>
                <a:spcPct val="90000"/>
              </a:lnSpc>
              <a:spcBef>
                <a:spcPct val="0"/>
              </a:spcBef>
              <a:spcAft>
                <a:spcPct val="0"/>
              </a:spcAft>
              <a:buClr>
                <a:srgbClr val="777777"/>
              </a:buClr>
              <a:buSzPct val="80000"/>
              <a:buFont typeface="Wingdings" panose="05000000000000000000" pitchFamily="2" charset="2"/>
            </a:pPr>
            <a:r>
              <a:rPr lang="en-US" altLang="en-US" sz="1200" b="1" kern="0" dirty="0">
                <a:solidFill>
                  <a:schemeClr val="bg1"/>
                </a:solidFill>
                <a:latin typeface="Book Antiqua" panose="02040602050305030304" pitchFamily="18" charset="0"/>
                <a:cs typeface="Arial" panose="020B0604020202020204" pitchFamily="34" charset="0"/>
              </a:rPr>
              <a:t>Data </a:t>
            </a:r>
            <a:r>
              <a:rPr lang="en-US" altLang="en-US" sz="1200" b="1" kern="0" dirty="0" err="1">
                <a:solidFill>
                  <a:schemeClr val="bg1"/>
                </a:solidFill>
                <a:latin typeface="Book Antiqua" panose="02040602050305030304" pitchFamily="18" charset="0"/>
                <a:cs typeface="Arial" panose="020B0604020202020204" pitchFamily="34" charset="0"/>
              </a:rPr>
              <a:t>Hukum</a:t>
            </a:r>
            <a:r>
              <a:rPr lang="en-US" altLang="en-US" sz="1200" b="1" kern="0" dirty="0">
                <a:solidFill>
                  <a:schemeClr val="bg1"/>
                </a:solidFill>
                <a:latin typeface="Book Antiqua" panose="02040602050305030304" pitchFamily="18" charset="0"/>
                <a:cs typeface="Arial" panose="020B0604020202020204" pitchFamily="34" charset="0"/>
              </a:rPr>
              <a:t> &amp; </a:t>
            </a:r>
            <a:r>
              <a:rPr lang="en-US" altLang="en-US" sz="1200" b="1" kern="0" dirty="0" err="1">
                <a:solidFill>
                  <a:schemeClr val="bg1"/>
                </a:solidFill>
                <a:latin typeface="Book Antiqua" panose="02040602050305030304" pitchFamily="18" charset="0"/>
                <a:cs typeface="Arial" panose="020B0604020202020204" pitchFamily="34" charset="0"/>
              </a:rPr>
              <a:t>Peraturan</a:t>
            </a:r>
            <a:endParaRPr lang="en-US" altLang="en-US" sz="1200" b="1" kern="0" dirty="0">
              <a:solidFill>
                <a:schemeClr val="bg1"/>
              </a:solidFill>
              <a:latin typeface="Book Antiqua" panose="02040602050305030304" pitchFamily="18" charset="0"/>
              <a:cs typeface="Arial" panose="020B0604020202020204" pitchFamily="34" charset="0"/>
            </a:endParaRPr>
          </a:p>
        </p:txBody>
      </p:sp>
      <p:sp>
        <p:nvSpPr>
          <p:cNvPr id="20" name="Rectangle 82">
            <a:extLst>
              <a:ext uri="{FF2B5EF4-FFF2-40B4-BE49-F238E27FC236}">
                <a16:creationId xmlns:a16="http://schemas.microsoft.com/office/drawing/2014/main" id="{6BE007E5-C0F6-4054-92FC-15ADE6A0A2E8}"/>
              </a:ext>
            </a:extLst>
          </p:cNvPr>
          <p:cNvSpPr>
            <a:spLocks noChangeArrowheads="1"/>
          </p:cNvSpPr>
          <p:nvPr/>
        </p:nvSpPr>
        <p:spPr bwMode="auto">
          <a:xfrm>
            <a:off x="3696926" y="3909382"/>
            <a:ext cx="168017" cy="155036"/>
          </a:xfrm>
          <a:prstGeom prst="rect">
            <a:avLst/>
          </a:prstGeom>
          <a:solidFill>
            <a:srgbClr val="00B050"/>
          </a:solidFill>
          <a:ln w="3175">
            <a:noFill/>
            <a:miter lim="800000"/>
            <a:headEnd/>
            <a:tailEnd/>
          </a:ln>
          <a:effectLst/>
          <a:extLs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90000" tIns="46800" rIns="90000" bIns="46800" anchor="ctr"/>
          <a:lstStyle>
            <a:lvl1pPr marL="187325" indent="-187325"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marL="187325" marR="0" lvl="0" indent="-187325" algn="ctr" defTabSz="762000" eaLnBrk="0" fontAlgn="base" latinLnBrk="0" hangingPunct="0">
              <a:lnSpc>
                <a:spcPct val="90000"/>
              </a:lnSpc>
              <a:spcBef>
                <a:spcPct val="0"/>
              </a:spcBef>
              <a:spcAft>
                <a:spcPct val="0"/>
              </a:spcAft>
              <a:buClr>
                <a:srgbClr val="777777"/>
              </a:buClr>
              <a:buSzPct val="80000"/>
              <a:buFont typeface="Wingdings" panose="05000000000000000000" pitchFamily="2" charset="2"/>
              <a:buNone/>
              <a:tabLst/>
              <a:defRPr/>
            </a:pPr>
            <a:r>
              <a:rPr kumimoji="0" lang="en-US" altLang="en-US" sz="1000" b="0" i="0" u="none" strike="noStrike" kern="0" cap="none" spc="0" normalizeH="0" baseline="0" noProof="0" dirty="0">
                <a:ln>
                  <a:noFill/>
                </a:ln>
                <a:solidFill>
                  <a:schemeClr val="bg1"/>
                </a:solidFill>
                <a:effectLst/>
                <a:uLnTx/>
                <a:uFillTx/>
                <a:latin typeface="Book Antiqua" panose="02040602050305030304" pitchFamily="18" charset="0"/>
              </a:rPr>
              <a:t>G2</a:t>
            </a:r>
          </a:p>
        </p:txBody>
      </p:sp>
      <p:sp>
        <p:nvSpPr>
          <p:cNvPr id="21" name="Rectangle 83">
            <a:extLst>
              <a:ext uri="{FF2B5EF4-FFF2-40B4-BE49-F238E27FC236}">
                <a16:creationId xmlns:a16="http://schemas.microsoft.com/office/drawing/2014/main" id="{97947E23-F980-4C73-B020-F20C17746C64}"/>
              </a:ext>
            </a:extLst>
          </p:cNvPr>
          <p:cNvSpPr>
            <a:spLocks noChangeArrowheads="1"/>
          </p:cNvSpPr>
          <p:nvPr/>
        </p:nvSpPr>
        <p:spPr bwMode="auto">
          <a:xfrm>
            <a:off x="4008981" y="3903894"/>
            <a:ext cx="1643486" cy="167384"/>
          </a:xfrm>
          <a:prstGeom prst="rect">
            <a:avLst/>
          </a:prstGeom>
          <a:noFill/>
          <a:ln w="3175">
            <a:noFill/>
            <a:miter lim="800000"/>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lIns="0" tIns="0" rIns="0" bIns="0"/>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eaLnBrk="0" fontAlgn="base" hangingPunct="0">
              <a:lnSpc>
                <a:spcPct val="90000"/>
              </a:lnSpc>
              <a:spcBef>
                <a:spcPct val="0"/>
              </a:spcBef>
              <a:spcAft>
                <a:spcPct val="0"/>
              </a:spcAft>
              <a:buClr>
                <a:srgbClr val="777777"/>
              </a:buClr>
              <a:buSzPct val="80000"/>
              <a:defRPr/>
            </a:pPr>
            <a:r>
              <a:rPr lang="en-US" altLang="en-US" sz="1000" kern="0" dirty="0" err="1">
                <a:solidFill>
                  <a:srgbClr val="000000"/>
                </a:solidFill>
                <a:latin typeface="Book Antiqua" panose="02040602050305030304" pitchFamily="18" charset="0"/>
              </a:rPr>
              <a:t>Peraturan</a:t>
            </a:r>
            <a:r>
              <a:rPr lang="en-US" altLang="en-US" sz="1000" kern="0" dirty="0">
                <a:solidFill>
                  <a:srgbClr val="000000"/>
                </a:solidFill>
                <a:latin typeface="Book Antiqua" panose="02040602050305030304" pitchFamily="18" charset="0"/>
              </a:rPr>
              <a:t> </a:t>
            </a:r>
            <a:r>
              <a:rPr lang="en-US" altLang="en-US" sz="1000" kern="0" dirty="0" err="1">
                <a:solidFill>
                  <a:srgbClr val="000000"/>
                </a:solidFill>
                <a:latin typeface="Book Antiqua" panose="02040602050305030304" pitchFamily="18" charset="0"/>
              </a:rPr>
              <a:t>Eksternal</a:t>
            </a:r>
            <a:endParaRPr kumimoji="0" lang="en-US" altLang="en-US" sz="1000" b="0" i="0" u="none" strike="noStrike" kern="0" cap="none" spc="0" normalizeH="0" baseline="0" noProof="0" dirty="0">
              <a:ln>
                <a:noFill/>
              </a:ln>
              <a:solidFill>
                <a:srgbClr val="000000"/>
              </a:solidFill>
              <a:effectLst/>
              <a:uLnTx/>
              <a:uFillTx/>
              <a:latin typeface="Book Antiqua" panose="02040602050305030304" pitchFamily="18" charset="0"/>
            </a:endParaRPr>
          </a:p>
        </p:txBody>
      </p:sp>
      <p:sp>
        <p:nvSpPr>
          <p:cNvPr id="22" name="Rectangle 21">
            <a:extLst>
              <a:ext uri="{FF2B5EF4-FFF2-40B4-BE49-F238E27FC236}">
                <a16:creationId xmlns:a16="http://schemas.microsoft.com/office/drawing/2014/main" id="{B2489957-22D6-465E-BEA7-93391C94144B}"/>
              </a:ext>
            </a:extLst>
          </p:cNvPr>
          <p:cNvSpPr>
            <a:spLocks/>
          </p:cNvSpPr>
          <p:nvPr/>
        </p:nvSpPr>
        <p:spPr>
          <a:xfrm>
            <a:off x="5787578" y="3575633"/>
            <a:ext cx="2103121" cy="2560320"/>
          </a:xfrm>
          <a:prstGeom prst="rect">
            <a:avLst/>
          </a:prstGeom>
          <a:solidFill>
            <a:schemeClr val="bg1"/>
          </a:solidFill>
          <a:ln w="6350">
            <a:solidFill>
              <a:srgbClr val="C7B8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ook Antiqua" panose="02040602050305030304" pitchFamily="18" charset="0"/>
            </a:endParaRPr>
          </a:p>
        </p:txBody>
      </p:sp>
      <p:sp>
        <p:nvSpPr>
          <p:cNvPr id="23" name="Rectangle 80">
            <a:extLst>
              <a:ext uri="{FF2B5EF4-FFF2-40B4-BE49-F238E27FC236}">
                <a16:creationId xmlns:a16="http://schemas.microsoft.com/office/drawing/2014/main" id="{5FE6B5B2-D241-4093-8E50-B2BC29E3EE8B}"/>
              </a:ext>
            </a:extLst>
          </p:cNvPr>
          <p:cNvSpPr>
            <a:spLocks noChangeArrowheads="1"/>
          </p:cNvSpPr>
          <p:nvPr/>
        </p:nvSpPr>
        <p:spPr bwMode="auto">
          <a:xfrm>
            <a:off x="5787578" y="3333458"/>
            <a:ext cx="2103121" cy="244366"/>
          </a:xfrm>
          <a:prstGeom prst="rect">
            <a:avLst/>
          </a:prstGeom>
          <a:solidFill>
            <a:srgbClr val="706138"/>
          </a:solidFill>
          <a:ln w="3175">
            <a:solidFill>
              <a:srgbClr val="C7B88F"/>
            </a:solidFill>
            <a:miter lim="800000"/>
            <a:headEnd/>
            <a:tailEnd/>
          </a:ln>
          <a:effectLst/>
        </p:spPr>
        <p:txBody>
          <a:bodyPr wrap="none" lIns="54610" tIns="54610" rIns="54610" bIns="54610" anchor="ctr"/>
          <a:lstStyle/>
          <a:p>
            <a:pPr marL="187325" indent="-187325" algn="ctr" defTabSz="762000" eaLnBrk="0" fontAlgn="base" hangingPunct="0">
              <a:lnSpc>
                <a:spcPct val="90000"/>
              </a:lnSpc>
              <a:spcBef>
                <a:spcPct val="0"/>
              </a:spcBef>
              <a:spcAft>
                <a:spcPct val="0"/>
              </a:spcAft>
              <a:buClr>
                <a:srgbClr val="777777"/>
              </a:buClr>
              <a:buSzPct val="80000"/>
              <a:buFont typeface="Wingdings" panose="05000000000000000000" pitchFamily="2" charset="2"/>
            </a:pPr>
            <a:r>
              <a:rPr lang="en-US" altLang="en-US" sz="1200" b="1" kern="0" dirty="0">
                <a:solidFill>
                  <a:schemeClr val="bg1"/>
                </a:solidFill>
                <a:latin typeface="Book Antiqua" panose="02040602050305030304" pitchFamily="18" charset="0"/>
                <a:cs typeface="Arial" panose="020B0604020202020204" pitchFamily="34" charset="0"/>
              </a:rPr>
              <a:t>Data Vendor</a:t>
            </a:r>
          </a:p>
        </p:txBody>
      </p:sp>
      <p:sp>
        <p:nvSpPr>
          <p:cNvPr id="24" name="AutoShape 91">
            <a:extLst>
              <a:ext uri="{FF2B5EF4-FFF2-40B4-BE49-F238E27FC236}">
                <a16:creationId xmlns:a16="http://schemas.microsoft.com/office/drawing/2014/main" id="{765FA75A-6C34-4003-B89A-5CB5B0084B2F}"/>
              </a:ext>
            </a:extLst>
          </p:cNvPr>
          <p:cNvSpPr>
            <a:spLocks noChangeAspect="1" noChangeArrowheads="1"/>
          </p:cNvSpPr>
          <p:nvPr/>
        </p:nvSpPr>
        <p:spPr bwMode="auto">
          <a:xfrm>
            <a:off x="5916870" y="3685746"/>
            <a:ext cx="160310" cy="156408"/>
          </a:xfrm>
          <a:prstGeom prst="flowChartConnector">
            <a:avLst/>
          </a:prstGeom>
          <a:solidFill>
            <a:schemeClr val="accent6">
              <a:lumMod val="75000"/>
            </a:schemeClr>
          </a:solidFill>
          <a:ln w="3175">
            <a:noFill/>
            <a:round/>
            <a:headEnd/>
            <a:tailEnd/>
          </a:ln>
          <a:effectLst/>
          <a:extLs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0" tIns="0" rIns="0" bIns="0" anchor="ctr"/>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marL="0" marR="0" lvl="0" indent="0" algn="ctr" defTabSz="762000" eaLnBrk="0" fontAlgn="base" latinLnBrk="0" hangingPunct="0">
              <a:lnSpc>
                <a:spcPct val="100000"/>
              </a:lnSpc>
              <a:spcBef>
                <a:spcPct val="0"/>
              </a:spcBef>
              <a:spcAft>
                <a:spcPct val="0"/>
              </a:spcAft>
              <a:buClr>
                <a:srgbClr val="777777"/>
              </a:buClr>
              <a:buSzPct val="80000"/>
              <a:buFont typeface="Wingdings" panose="05000000000000000000" pitchFamily="2" charset="2"/>
              <a:buNone/>
              <a:tabLst/>
              <a:defRPr/>
            </a:pPr>
            <a:r>
              <a:rPr kumimoji="0" lang="de-DE" altLang="en-US" sz="1000" b="0" i="0" u="none" strike="noStrike" kern="0" cap="none" spc="0" normalizeH="0" baseline="0" noProof="0" dirty="0">
                <a:ln>
                  <a:noFill/>
                </a:ln>
                <a:solidFill>
                  <a:srgbClr val="FFFFFF"/>
                </a:solidFill>
                <a:effectLst/>
                <a:uLnTx/>
                <a:uFillTx/>
                <a:latin typeface="Book Antiqua" panose="02040602050305030304" pitchFamily="18" charset="0"/>
              </a:rPr>
              <a:t>P1</a:t>
            </a:r>
            <a:endParaRPr kumimoji="0" lang="en-GB" altLang="en-US" sz="1000" b="0" i="0" u="none" strike="noStrike" kern="0" cap="none" spc="0" normalizeH="0" baseline="0" noProof="0" dirty="0">
              <a:ln>
                <a:noFill/>
              </a:ln>
              <a:solidFill>
                <a:srgbClr val="FFFFFF"/>
              </a:solidFill>
              <a:effectLst/>
              <a:uLnTx/>
              <a:uFillTx/>
              <a:latin typeface="Book Antiqua" panose="02040602050305030304" pitchFamily="18" charset="0"/>
            </a:endParaRPr>
          </a:p>
        </p:txBody>
      </p:sp>
      <p:sp>
        <p:nvSpPr>
          <p:cNvPr id="25" name="Rectangle 92">
            <a:extLst>
              <a:ext uri="{FF2B5EF4-FFF2-40B4-BE49-F238E27FC236}">
                <a16:creationId xmlns:a16="http://schemas.microsoft.com/office/drawing/2014/main" id="{0763A579-4F58-4CEF-90ED-E327A3FB7A8B}"/>
              </a:ext>
            </a:extLst>
          </p:cNvPr>
          <p:cNvSpPr>
            <a:spLocks noChangeArrowheads="1"/>
          </p:cNvSpPr>
          <p:nvPr/>
        </p:nvSpPr>
        <p:spPr bwMode="auto">
          <a:xfrm>
            <a:off x="6232903" y="3683002"/>
            <a:ext cx="1623728" cy="167384"/>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lIns="0" tIns="0" rIns="0" bIns="0"/>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eaLnBrk="0" fontAlgn="base" hangingPunct="0">
              <a:lnSpc>
                <a:spcPct val="90000"/>
              </a:lnSpc>
              <a:spcBef>
                <a:spcPct val="0"/>
              </a:spcBef>
              <a:spcAft>
                <a:spcPct val="0"/>
              </a:spcAft>
              <a:buClr>
                <a:srgbClr val="777777"/>
              </a:buClr>
              <a:buSzPct val="80000"/>
              <a:defRPr/>
            </a:pPr>
            <a:r>
              <a:rPr lang="en-US" altLang="en-US" sz="1000" kern="0" dirty="0">
                <a:solidFill>
                  <a:srgbClr val="000000"/>
                </a:solidFill>
                <a:latin typeface="Book Antiqua" panose="02040602050305030304" pitchFamily="18" charset="0"/>
              </a:rPr>
              <a:t>Data </a:t>
            </a:r>
            <a:r>
              <a:rPr lang="en-US" altLang="en-US" sz="1000" i="1" kern="0" dirty="0">
                <a:solidFill>
                  <a:srgbClr val="000000"/>
                </a:solidFill>
                <a:latin typeface="Book Antiqua" panose="02040602050305030304" pitchFamily="18" charset="0"/>
              </a:rPr>
              <a:t>Partner</a:t>
            </a:r>
            <a:endParaRPr kumimoji="0" lang="en-US" altLang="en-US" sz="1000" b="0" i="0" u="none" strike="noStrike" kern="0" cap="none" spc="0" normalizeH="0" baseline="0" noProof="0" dirty="0">
              <a:ln>
                <a:noFill/>
              </a:ln>
              <a:solidFill>
                <a:srgbClr val="000000"/>
              </a:solidFill>
              <a:effectLst/>
              <a:uLnTx/>
              <a:uFillTx/>
              <a:latin typeface="Book Antiqua" panose="02040602050305030304" pitchFamily="18" charset="0"/>
            </a:endParaRPr>
          </a:p>
        </p:txBody>
      </p:sp>
      <p:sp>
        <p:nvSpPr>
          <p:cNvPr id="26" name="Rectangle 94">
            <a:extLst>
              <a:ext uri="{FF2B5EF4-FFF2-40B4-BE49-F238E27FC236}">
                <a16:creationId xmlns:a16="http://schemas.microsoft.com/office/drawing/2014/main" id="{148BF07E-9724-416F-B9E4-212452DDC2DF}"/>
              </a:ext>
            </a:extLst>
          </p:cNvPr>
          <p:cNvSpPr>
            <a:spLocks noChangeArrowheads="1"/>
          </p:cNvSpPr>
          <p:nvPr/>
        </p:nvSpPr>
        <p:spPr bwMode="auto">
          <a:xfrm>
            <a:off x="6232903" y="3903900"/>
            <a:ext cx="1623728" cy="167383"/>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lIns="0" tIns="0" rIns="0" bIns="0"/>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eaLnBrk="0" fontAlgn="base" hangingPunct="0">
              <a:lnSpc>
                <a:spcPct val="90000"/>
              </a:lnSpc>
              <a:spcBef>
                <a:spcPct val="0"/>
              </a:spcBef>
              <a:spcAft>
                <a:spcPct val="0"/>
              </a:spcAft>
              <a:buClr>
                <a:srgbClr val="777777"/>
              </a:buClr>
              <a:buSzPct val="80000"/>
              <a:defRPr/>
            </a:pPr>
            <a:r>
              <a:rPr lang="en-US" altLang="en-US" sz="1000" kern="0" dirty="0">
                <a:solidFill>
                  <a:srgbClr val="000000"/>
                </a:solidFill>
                <a:latin typeface="Book Antiqua" panose="02040602050305030304" pitchFamily="18" charset="0"/>
              </a:rPr>
              <a:t>Data </a:t>
            </a:r>
            <a:r>
              <a:rPr lang="en-US" altLang="en-US" sz="1000" kern="0" dirty="0" err="1">
                <a:solidFill>
                  <a:srgbClr val="000000"/>
                </a:solidFill>
                <a:latin typeface="Book Antiqua" panose="02040602050305030304" pitchFamily="18" charset="0"/>
              </a:rPr>
              <a:t>Penugasan</a:t>
            </a:r>
            <a:r>
              <a:rPr lang="en-US" altLang="en-US" sz="1000" kern="0" dirty="0">
                <a:solidFill>
                  <a:srgbClr val="000000"/>
                </a:solidFill>
                <a:latin typeface="Book Antiqua" panose="02040602050305030304" pitchFamily="18" charset="0"/>
              </a:rPr>
              <a:t> </a:t>
            </a:r>
            <a:r>
              <a:rPr lang="en-US" altLang="en-US" sz="1000" i="1" kern="0" dirty="0">
                <a:solidFill>
                  <a:srgbClr val="000000"/>
                </a:solidFill>
                <a:latin typeface="Book Antiqua" panose="02040602050305030304" pitchFamily="18" charset="0"/>
              </a:rPr>
              <a:t>Partner</a:t>
            </a:r>
            <a:endParaRPr kumimoji="0" lang="en-US" altLang="en-US" sz="1000" b="0" i="0" u="none" strike="noStrike" kern="0" cap="none" spc="0" normalizeH="0" baseline="0" noProof="0" dirty="0">
              <a:ln>
                <a:noFill/>
              </a:ln>
              <a:solidFill>
                <a:srgbClr val="000000"/>
              </a:solidFill>
              <a:effectLst/>
              <a:uLnTx/>
              <a:uFillTx/>
              <a:latin typeface="Book Antiqua" panose="02040602050305030304" pitchFamily="18" charset="0"/>
            </a:endParaRPr>
          </a:p>
        </p:txBody>
      </p:sp>
      <p:sp>
        <p:nvSpPr>
          <p:cNvPr id="27" name="AutoShape 95">
            <a:extLst>
              <a:ext uri="{FF2B5EF4-FFF2-40B4-BE49-F238E27FC236}">
                <a16:creationId xmlns:a16="http://schemas.microsoft.com/office/drawing/2014/main" id="{47B4AD3F-344A-41BB-AAC9-D49A66752572}"/>
              </a:ext>
            </a:extLst>
          </p:cNvPr>
          <p:cNvSpPr>
            <a:spLocks noChangeAspect="1" noChangeArrowheads="1"/>
          </p:cNvSpPr>
          <p:nvPr/>
        </p:nvSpPr>
        <p:spPr bwMode="auto">
          <a:xfrm>
            <a:off x="5916870" y="3886064"/>
            <a:ext cx="160310" cy="156407"/>
          </a:xfrm>
          <a:prstGeom prst="flowChartConnector">
            <a:avLst/>
          </a:prstGeom>
          <a:solidFill>
            <a:schemeClr val="accent6">
              <a:lumMod val="75000"/>
            </a:schemeClr>
          </a:solidFill>
          <a:ln w="3175">
            <a:noFill/>
            <a:round/>
            <a:headEnd/>
            <a:tailEnd/>
          </a:ln>
          <a:effectLst/>
          <a:extLs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0" tIns="0" rIns="0" bIns="0" anchor="ctr"/>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marL="0" marR="0" lvl="0" indent="0" algn="ctr" defTabSz="762000" eaLnBrk="0" fontAlgn="base" latinLnBrk="0" hangingPunct="0">
              <a:lnSpc>
                <a:spcPct val="100000"/>
              </a:lnSpc>
              <a:spcBef>
                <a:spcPct val="0"/>
              </a:spcBef>
              <a:spcAft>
                <a:spcPct val="0"/>
              </a:spcAft>
              <a:buClr>
                <a:srgbClr val="777777"/>
              </a:buClr>
              <a:buSzPct val="80000"/>
              <a:buFont typeface="Wingdings" panose="05000000000000000000" pitchFamily="2" charset="2"/>
              <a:buNone/>
              <a:tabLst/>
              <a:defRPr/>
            </a:pPr>
            <a:r>
              <a:rPr kumimoji="0" lang="de-DE" altLang="en-US" sz="1000" b="0" i="0" u="none" strike="noStrike" kern="0" cap="none" spc="0" normalizeH="0" baseline="0" noProof="0" dirty="0">
                <a:ln>
                  <a:noFill/>
                </a:ln>
                <a:solidFill>
                  <a:srgbClr val="FFFFFF"/>
                </a:solidFill>
                <a:effectLst/>
                <a:uLnTx/>
                <a:uFillTx/>
                <a:latin typeface="Book Antiqua" panose="02040602050305030304" pitchFamily="18" charset="0"/>
              </a:rPr>
              <a:t>P2</a:t>
            </a:r>
            <a:endParaRPr kumimoji="0" lang="en-GB" altLang="en-US" sz="1000" b="0" i="0" u="none" strike="noStrike" kern="0" cap="none" spc="0" normalizeH="0" baseline="0" noProof="0" dirty="0">
              <a:ln>
                <a:noFill/>
              </a:ln>
              <a:solidFill>
                <a:srgbClr val="FFFFFF"/>
              </a:solidFill>
              <a:effectLst/>
              <a:uLnTx/>
              <a:uFillTx/>
              <a:latin typeface="Book Antiqua" panose="02040602050305030304" pitchFamily="18" charset="0"/>
            </a:endParaRPr>
          </a:p>
        </p:txBody>
      </p:sp>
      <p:sp>
        <p:nvSpPr>
          <p:cNvPr id="28" name="Rectangle 27">
            <a:extLst>
              <a:ext uri="{FF2B5EF4-FFF2-40B4-BE49-F238E27FC236}">
                <a16:creationId xmlns:a16="http://schemas.microsoft.com/office/drawing/2014/main" id="{957F6302-3678-48CD-B2F5-0315F5816335}"/>
              </a:ext>
            </a:extLst>
          </p:cNvPr>
          <p:cNvSpPr>
            <a:spLocks/>
          </p:cNvSpPr>
          <p:nvPr/>
        </p:nvSpPr>
        <p:spPr>
          <a:xfrm>
            <a:off x="1516966" y="1408609"/>
            <a:ext cx="2011679" cy="1836354"/>
          </a:xfrm>
          <a:prstGeom prst="rect">
            <a:avLst/>
          </a:prstGeom>
          <a:solidFill>
            <a:schemeClr val="bg1">
              <a:alpha val="45000"/>
            </a:schemeClr>
          </a:solidFill>
          <a:ln w="6350">
            <a:solidFill>
              <a:srgbClr val="C7B8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latin typeface="Book Antiqua" panose="02040602050305030304" pitchFamily="18" charset="0"/>
            </a:endParaRPr>
          </a:p>
        </p:txBody>
      </p:sp>
      <p:sp>
        <p:nvSpPr>
          <p:cNvPr id="29" name="Rectangle 28">
            <a:extLst>
              <a:ext uri="{FF2B5EF4-FFF2-40B4-BE49-F238E27FC236}">
                <a16:creationId xmlns:a16="http://schemas.microsoft.com/office/drawing/2014/main" id="{D509F2E4-BCA8-438C-A20E-AFA51C3BE988}"/>
              </a:ext>
            </a:extLst>
          </p:cNvPr>
          <p:cNvSpPr>
            <a:spLocks noChangeArrowheads="1"/>
          </p:cNvSpPr>
          <p:nvPr/>
        </p:nvSpPr>
        <p:spPr bwMode="gray">
          <a:xfrm>
            <a:off x="1805449" y="1468833"/>
            <a:ext cx="1636478" cy="98512"/>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lIns="0" tIns="0" rIns="0" bIns="0"/>
          <a:lstStyle>
            <a:lvl1pPr marL="187325" indent="-187325"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eaLnBrk="0" fontAlgn="base" hangingPunct="0">
              <a:lnSpc>
                <a:spcPct val="90000"/>
              </a:lnSpc>
              <a:spcBef>
                <a:spcPct val="0"/>
              </a:spcBef>
              <a:spcAft>
                <a:spcPct val="0"/>
              </a:spcAft>
              <a:buClr>
                <a:srgbClr val="777777"/>
              </a:buClr>
              <a:buSzPct val="80000"/>
              <a:defRPr/>
            </a:pPr>
            <a:r>
              <a:rPr lang="en-US" altLang="en-US" sz="1000" kern="0" dirty="0" err="1">
                <a:solidFill>
                  <a:srgbClr val="000000"/>
                </a:solidFill>
                <a:latin typeface="Book Antiqua" panose="02040602050305030304" pitchFamily="18" charset="0"/>
              </a:rPr>
              <a:t>Profil</a:t>
            </a:r>
            <a:r>
              <a:rPr lang="en-US" altLang="en-US" sz="1000" kern="0" dirty="0">
                <a:solidFill>
                  <a:srgbClr val="000000"/>
                </a:solidFill>
                <a:latin typeface="Book Antiqua" panose="02040602050305030304" pitchFamily="18" charset="0"/>
              </a:rPr>
              <a:t> Bank</a:t>
            </a:r>
            <a:endParaRPr kumimoji="0" lang="en-US" altLang="en-US" sz="1000" b="0" i="0" u="none" strike="noStrike" kern="0" cap="none" spc="0" normalizeH="0" baseline="0" noProof="0" dirty="0">
              <a:ln>
                <a:noFill/>
              </a:ln>
              <a:solidFill>
                <a:srgbClr val="000000"/>
              </a:solidFill>
              <a:effectLst/>
              <a:uLnTx/>
              <a:uFillTx/>
              <a:latin typeface="Book Antiqua" panose="02040602050305030304" pitchFamily="18" charset="0"/>
            </a:endParaRPr>
          </a:p>
        </p:txBody>
      </p:sp>
      <p:sp>
        <p:nvSpPr>
          <p:cNvPr id="30" name="AutoShape 5">
            <a:extLst>
              <a:ext uri="{FF2B5EF4-FFF2-40B4-BE49-F238E27FC236}">
                <a16:creationId xmlns:a16="http://schemas.microsoft.com/office/drawing/2014/main" id="{C6468C81-CAFD-42AD-B15D-1E0653C1F184}"/>
              </a:ext>
            </a:extLst>
          </p:cNvPr>
          <p:cNvSpPr>
            <a:spLocks noChangeAspect="1" noChangeArrowheads="1"/>
          </p:cNvSpPr>
          <p:nvPr/>
        </p:nvSpPr>
        <p:spPr bwMode="gray">
          <a:xfrm>
            <a:off x="1577174" y="1468833"/>
            <a:ext cx="151710" cy="156408"/>
          </a:xfrm>
          <a:prstGeom prst="flowChartConnector">
            <a:avLst/>
          </a:prstGeom>
          <a:solidFill>
            <a:srgbClr val="CC3300"/>
          </a:solidFill>
          <a:ln w="3175">
            <a:noFill/>
            <a:round/>
            <a:headEnd/>
            <a:tailEnd/>
          </a:ln>
          <a:effectLst/>
          <a:extLs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0" tIns="0" rIns="0" bIns="0" anchor="ctr"/>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marL="0" marR="0" lvl="0" indent="0" algn="ctr" defTabSz="762000" eaLnBrk="0" fontAlgn="base" latinLnBrk="0" hangingPunct="0">
              <a:lnSpc>
                <a:spcPct val="100000"/>
              </a:lnSpc>
              <a:spcBef>
                <a:spcPct val="0"/>
              </a:spcBef>
              <a:spcAft>
                <a:spcPct val="0"/>
              </a:spcAft>
              <a:buClr>
                <a:srgbClr val="777777"/>
              </a:buClr>
              <a:buSzPct val="80000"/>
              <a:buFont typeface="Wingdings" panose="05000000000000000000" pitchFamily="2" charset="2"/>
              <a:buNone/>
              <a:tabLst/>
              <a:defRPr/>
            </a:pPr>
            <a:r>
              <a:rPr kumimoji="0" lang="de-DE" altLang="en-US" sz="1000" b="0" i="0" u="none" strike="noStrike" kern="0" cap="none" spc="0" normalizeH="0" baseline="0" noProof="0" dirty="0">
                <a:ln>
                  <a:noFill/>
                </a:ln>
                <a:solidFill>
                  <a:srgbClr val="FFFFFF"/>
                </a:solidFill>
                <a:effectLst/>
                <a:uLnTx/>
                <a:uFillTx/>
                <a:latin typeface="Book Antiqua" panose="02040602050305030304" pitchFamily="18" charset="0"/>
              </a:rPr>
              <a:t>I1</a:t>
            </a:r>
            <a:endParaRPr kumimoji="0" lang="en-GB" altLang="en-US" sz="1000" b="0" i="0" u="none" strike="noStrike" kern="0" cap="none" spc="0" normalizeH="0" baseline="0" noProof="0" dirty="0">
              <a:ln>
                <a:noFill/>
              </a:ln>
              <a:solidFill>
                <a:srgbClr val="FFFFFF"/>
              </a:solidFill>
              <a:effectLst/>
              <a:uLnTx/>
              <a:uFillTx/>
              <a:latin typeface="Book Antiqua" panose="02040602050305030304" pitchFamily="18" charset="0"/>
            </a:endParaRPr>
          </a:p>
        </p:txBody>
      </p:sp>
      <p:sp>
        <p:nvSpPr>
          <p:cNvPr id="31" name="AutoShape 14">
            <a:extLst>
              <a:ext uri="{FF2B5EF4-FFF2-40B4-BE49-F238E27FC236}">
                <a16:creationId xmlns:a16="http://schemas.microsoft.com/office/drawing/2014/main" id="{6BD00237-2269-419A-8027-3ED966806135}"/>
              </a:ext>
            </a:extLst>
          </p:cNvPr>
          <p:cNvSpPr>
            <a:spLocks noChangeAspect="1" noChangeArrowheads="1"/>
          </p:cNvSpPr>
          <p:nvPr/>
        </p:nvSpPr>
        <p:spPr bwMode="gray">
          <a:xfrm>
            <a:off x="1577174" y="1689724"/>
            <a:ext cx="151710" cy="155036"/>
          </a:xfrm>
          <a:prstGeom prst="flowChartConnector">
            <a:avLst/>
          </a:prstGeom>
          <a:solidFill>
            <a:srgbClr val="CC3300"/>
          </a:solidFill>
          <a:ln w="3175">
            <a:noFill/>
            <a:round/>
            <a:headEnd/>
            <a:tailEnd/>
          </a:ln>
          <a:effectLst/>
          <a:extLs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0" tIns="0" rIns="0" bIns="0" anchor="ctr"/>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marL="0" marR="0" lvl="0" indent="0" algn="ctr" defTabSz="762000" eaLnBrk="0" fontAlgn="base" latinLnBrk="0" hangingPunct="0">
              <a:lnSpc>
                <a:spcPct val="100000"/>
              </a:lnSpc>
              <a:spcBef>
                <a:spcPct val="0"/>
              </a:spcBef>
              <a:spcAft>
                <a:spcPct val="0"/>
              </a:spcAft>
              <a:buClr>
                <a:srgbClr val="777777"/>
              </a:buClr>
              <a:buSzPct val="80000"/>
              <a:buFont typeface="Wingdings" panose="05000000000000000000" pitchFamily="2" charset="2"/>
              <a:buNone/>
              <a:tabLst/>
              <a:defRPr/>
            </a:pPr>
            <a:r>
              <a:rPr kumimoji="0" lang="en-GB" altLang="en-US" sz="1000" b="0" i="0" u="none" strike="noStrike" kern="0" cap="none" spc="0" normalizeH="0" baseline="0" noProof="0" dirty="0">
                <a:ln>
                  <a:noFill/>
                </a:ln>
                <a:solidFill>
                  <a:srgbClr val="FFFFFF"/>
                </a:solidFill>
                <a:effectLst/>
                <a:uLnTx/>
                <a:uFillTx/>
                <a:latin typeface="Book Antiqua" panose="02040602050305030304" pitchFamily="18" charset="0"/>
              </a:rPr>
              <a:t>I2</a:t>
            </a:r>
          </a:p>
        </p:txBody>
      </p:sp>
      <p:sp>
        <p:nvSpPr>
          <p:cNvPr id="32" name="Rectangle 69">
            <a:extLst>
              <a:ext uri="{FF2B5EF4-FFF2-40B4-BE49-F238E27FC236}">
                <a16:creationId xmlns:a16="http://schemas.microsoft.com/office/drawing/2014/main" id="{F6D0F6D9-ABF1-4035-AB83-CE8707E5EC48}"/>
              </a:ext>
            </a:extLst>
          </p:cNvPr>
          <p:cNvSpPr>
            <a:spLocks noChangeArrowheads="1"/>
          </p:cNvSpPr>
          <p:nvPr/>
        </p:nvSpPr>
        <p:spPr bwMode="auto">
          <a:xfrm>
            <a:off x="1516965" y="1173659"/>
            <a:ext cx="2011679" cy="244366"/>
          </a:xfrm>
          <a:prstGeom prst="rect">
            <a:avLst/>
          </a:prstGeom>
          <a:solidFill>
            <a:srgbClr val="706138"/>
          </a:solidFill>
          <a:ln w="3175">
            <a:solidFill>
              <a:srgbClr val="C7B88F"/>
            </a:solidFill>
            <a:miter lim="800000"/>
            <a:headEnd/>
            <a:tailEnd/>
          </a:ln>
          <a:effectLst/>
        </p:spPr>
        <p:txBody>
          <a:bodyPr wrap="none" lIns="54610" tIns="54610" rIns="54610" bIns="54610" anchor="ctr"/>
          <a:lstStyle/>
          <a:p>
            <a:pPr marL="187325" indent="-187325" algn="ctr" defTabSz="762000" eaLnBrk="0" fontAlgn="base" hangingPunct="0">
              <a:lnSpc>
                <a:spcPct val="90000"/>
              </a:lnSpc>
              <a:spcBef>
                <a:spcPct val="0"/>
              </a:spcBef>
              <a:spcAft>
                <a:spcPct val="0"/>
              </a:spcAft>
              <a:buClr>
                <a:srgbClr val="777777"/>
              </a:buClr>
              <a:buSzPct val="80000"/>
              <a:buFont typeface="Wingdings" panose="05000000000000000000" pitchFamily="2" charset="2"/>
            </a:pPr>
            <a:r>
              <a:rPr lang="en-US" altLang="en-US" sz="1200" b="1" kern="0" dirty="0">
                <a:solidFill>
                  <a:schemeClr val="bg1"/>
                </a:solidFill>
                <a:latin typeface="Book Antiqua" panose="02040602050305030304" pitchFamily="18" charset="0"/>
                <a:cs typeface="Arial" panose="020B0604020202020204" pitchFamily="34" charset="0"/>
              </a:rPr>
              <a:t>Data </a:t>
            </a:r>
            <a:r>
              <a:rPr lang="en-US" altLang="en-US" sz="1200" b="1" kern="0" dirty="0" err="1">
                <a:solidFill>
                  <a:schemeClr val="bg1"/>
                </a:solidFill>
                <a:latin typeface="Book Antiqua" panose="02040602050305030304" pitchFamily="18" charset="0"/>
                <a:cs typeface="Arial" panose="020B0604020202020204" pitchFamily="34" charset="0"/>
              </a:rPr>
              <a:t>Penjaminan</a:t>
            </a:r>
            <a:endParaRPr lang="en-US" altLang="en-US" sz="1200" b="1" kern="0" dirty="0">
              <a:solidFill>
                <a:schemeClr val="bg1"/>
              </a:solidFill>
              <a:latin typeface="Book Antiqua" panose="02040602050305030304" pitchFamily="18" charset="0"/>
              <a:cs typeface="Arial" panose="020B0604020202020204" pitchFamily="34" charset="0"/>
            </a:endParaRPr>
          </a:p>
        </p:txBody>
      </p:sp>
      <p:sp>
        <p:nvSpPr>
          <p:cNvPr id="33" name="Rectangle 103">
            <a:extLst>
              <a:ext uri="{FF2B5EF4-FFF2-40B4-BE49-F238E27FC236}">
                <a16:creationId xmlns:a16="http://schemas.microsoft.com/office/drawing/2014/main" id="{82E8CA14-C504-44BF-87EC-7DA7F580B123}"/>
              </a:ext>
            </a:extLst>
          </p:cNvPr>
          <p:cNvSpPr>
            <a:spLocks noChangeArrowheads="1"/>
          </p:cNvSpPr>
          <p:nvPr/>
        </p:nvSpPr>
        <p:spPr bwMode="gray">
          <a:xfrm>
            <a:off x="1805449" y="1709549"/>
            <a:ext cx="1636478" cy="79290"/>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lIns="0" tIns="0" rIns="0" bIns="0"/>
          <a:lstStyle>
            <a:lvl1pPr marL="187325" indent="-187325"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eaLnBrk="0" fontAlgn="base" hangingPunct="0">
              <a:lnSpc>
                <a:spcPct val="90000"/>
              </a:lnSpc>
              <a:spcBef>
                <a:spcPct val="0"/>
              </a:spcBef>
              <a:spcAft>
                <a:spcPct val="0"/>
              </a:spcAft>
              <a:buClr>
                <a:srgbClr val="777777"/>
              </a:buClr>
              <a:buSzPct val="80000"/>
              <a:defRPr/>
            </a:pPr>
            <a:r>
              <a:rPr lang="en-US" altLang="en-US" sz="1000" kern="0" dirty="0" err="1">
                <a:solidFill>
                  <a:srgbClr val="000000"/>
                </a:solidFill>
                <a:latin typeface="Book Antiqua" panose="02040602050305030304" pitchFamily="18" charset="0"/>
              </a:rPr>
              <a:t>Rincian</a:t>
            </a:r>
            <a:r>
              <a:rPr lang="en-US" altLang="en-US" sz="1000" kern="0" dirty="0">
                <a:solidFill>
                  <a:srgbClr val="000000"/>
                </a:solidFill>
                <a:latin typeface="Book Antiqua" panose="02040602050305030304" pitchFamily="18" charset="0"/>
              </a:rPr>
              <a:t> </a:t>
            </a:r>
            <a:r>
              <a:rPr lang="en-US" altLang="en-US" sz="1000" kern="0" dirty="0" err="1">
                <a:solidFill>
                  <a:srgbClr val="000000"/>
                </a:solidFill>
                <a:latin typeface="Book Antiqua" panose="02040602050305030304" pitchFamily="18" charset="0"/>
              </a:rPr>
              <a:t>Premi</a:t>
            </a:r>
            <a:endParaRPr kumimoji="0" lang="en-US" altLang="en-US" sz="1000" b="0" i="0" u="none" strike="noStrike" kern="0" cap="none" spc="0" normalizeH="0" baseline="0" noProof="0" dirty="0">
              <a:ln>
                <a:noFill/>
              </a:ln>
              <a:solidFill>
                <a:srgbClr val="000000"/>
              </a:solidFill>
              <a:effectLst/>
              <a:uLnTx/>
              <a:uFillTx/>
              <a:latin typeface="Book Antiqua" panose="02040602050305030304" pitchFamily="18" charset="0"/>
            </a:endParaRPr>
          </a:p>
        </p:txBody>
      </p:sp>
      <p:sp>
        <p:nvSpPr>
          <p:cNvPr id="34" name="AutoShape 104">
            <a:extLst>
              <a:ext uri="{FF2B5EF4-FFF2-40B4-BE49-F238E27FC236}">
                <a16:creationId xmlns:a16="http://schemas.microsoft.com/office/drawing/2014/main" id="{27FD98B4-699E-40B6-953C-A140523F6A36}"/>
              </a:ext>
            </a:extLst>
          </p:cNvPr>
          <p:cNvSpPr>
            <a:spLocks noChangeAspect="1" noChangeArrowheads="1"/>
          </p:cNvSpPr>
          <p:nvPr/>
        </p:nvSpPr>
        <p:spPr bwMode="gray">
          <a:xfrm>
            <a:off x="1577174" y="1910623"/>
            <a:ext cx="151710" cy="155035"/>
          </a:xfrm>
          <a:prstGeom prst="flowChartConnector">
            <a:avLst/>
          </a:prstGeom>
          <a:solidFill>
            <a:srgbClr val="CC3300"/>
          </a:solidFill>
          <a:ln w="3175">
            <a:noFill/>
            <a:round/>
            <a:headEnd/>
            <a:tailEnd/>
          </a:ln>
          <a:effectLst/>
          <a:extLs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0" tIns="0" rIns="0" bIns="0" anchor="ctr"/>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marL="0" marR="0" lvl="0" indent="0" algn="ctr" defTabSz="762000" eaLnBrk="0" fontAlgn="base" latinLnBrk="0" hangingPunct="0">
              <a:lnSpc>
                <a:spcPct val="100000"/>
              </a:lnSpc>
              <a:spcBef>
                <a:spcPct val="0"/>
              </a:spcBef>
              <a:spcAft>
                <a:spcPct val="0"/>
              </a:spcAft>
              <a:buClr>
                <a:srgbClr val="777777"/>
              </a:buClr>
              <a:buSzPct val="80000"/>
              <a:buFont typeface="Wingdings" panose="05000000000000000000" pitchFamily="2" charset="2"/>
              <a:buNone/>
              <a:tabLst/>
              <a:defRPr/>
            </a:pPr>
            <a:r>
              <a:rPr kumimoji="0" lang="en-GB" altLang="en-US" sz="1000" b="0" i="0" u="none" strike="noStrike" kern="0" cap="none" spc="0" normalizeH="0" baseline="0" noProof="0" dirty="0">
                <a:ln>
                  <a:noFill/>
                </a:ln>
                <a:solidFill>
                  <a:srgbClr val="FFFFFF"/>
                </a:solidFill>
                <a:effectLst/>
                <a:uLnTx/>
                <a:uFillTx/>
                <a:latin typeface="Book Antiqua" panose="02040602050305030304" pitchFamily="18" charset="0"/>
              </a:rPr>
              <a:t>I3</a:t>
            </a:r>
          </a:p>
        </p:txBody>
      </p:sp>
      <p:sp>
        <p:nvSpPr>
          <p:cNvPr id="35" name="Rectangle 34">
            <a:extLst>
              <a:ext uri="{FF2B5EF4-FFF2-40B4-BE49-F238E27FC236}">
                <a16:creationId xmlns:a16="http://schemas.microsoft.com/office/drawing/2014/main" id="{847419DC-522A-4AB6-A82F-8CC0A833D42A}"/>
              </a:ext>
            </a:extLst>
          </p:cNvPr>
          <p:cNvSpPr>
            <a:spLocks/>
          </p:cNvSpPr>
          <p:nvPr/>
        </p:nvSpPr>
        <p:spPr>
          <a:xfrm>
            <a:off x="5787578" y="1408614"/>
            <a:ext cx="2103121" cy="1836353"/>
          </a:xfrm>
          <a:prstGeom prst="rect">
            <a:avLst/>
          </a:prstGeom>
          <a:solidFill>
            <a:schemeClr val="bg1">
              <a:alpha val="45000"/>
            </a:schemeClr>
          </a:solidFill>
          <a:ln w="6350">
            <a:solidFill>
              <a:srgbClr val="C7B8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latin typeface="Book Antiqua" panose="02040602050305030304" pitchFamily="18" charset="0"/>
            </a:endParaRPr>
          </a:p>
        </p:txBody>
      </p:sp>
      <p:sp>
        <p:nvSpPr>
          <p:cNvPr id="36" name="Rectangle 77">
            <a:extLst>
              <a:ext uri="{FF2B5EF4-FFF2-40B4-BE49-F238E27FC236}">
                <a16:creationId xmlns:a16="http://schemas.microsoft.com/office/drawing/2014/main" id="{B87D6F11-18EA-47A3-A3ED-CAE54CD4512D}"/>
              </a:ext>
            </a:extLst>
          </p:cNvPr>
          <p:cNvSpPr>
            <a:spLocks noChangeArrowheads="1"/>
          </p:cNvSpPr>
          <p:nvPr/>
        </p:nvSpPr>
        <p:spPr bwMode="auto">
          <a:xfrm>
            <a:off x="5787578" y="1173659"/>
            <a:ext cx="2103121" cy="244366"/>
          </a:xfrm>
          <a:prstGeom prst="rect">
            <a:avLst/>
          </a:prstGeom>
          <a:solidFill>
            <a:srgbClr val="706138"/>
          </a:solidFill>
          <a:ln w="3175">
            <a:solidFill>
              <a:srgbClr val="C7B88F"/>
            </a:solidFill>
            <a:miter lim="800000"/>
            <a:headEnd/>
            <a:tailEnd/>
          </a:ln>
          <a:effectLst/>
        </p:spPr>
        <p:txBody>
          <a:bodyPr wrap="none" lIns="54610" tIns="54610" rIns="54610" bIns="54610" anchor="ctr"/>
          <a:lstStyle>
            <a:lvl1pPr marL="187325" indent="-187325"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algn="ctr" eaLnBrk="0" fontAlgn="base" hangingPunct="0">
              <a:lnSpc>
                <a:spcPct val="90000"/>
              </a:lnSpc>
              <a:spcBef>
                <a:spcPct val="0"/>
              </a:spcBef>
              <a:spcAft>
                <a:spcPct val="0"/>
              </a:spcAft>
              <a:buClr>
                <a:srgbClr val="777777"/>
              </a:buClr>
              <a:buSzPct val="80000"/>
              <a:defRPr/>
            </a:pPr>
            <a:r>
              <a:rPr lang="en-US" altLang="en-US" sz="1200" b="1" kern="0" dirty="0">
                <a:solidFill>
                  <a:schemeClr val="bg1"/>
                </a:solidFill>
                <a:latin typeface="Book Antiqua" panose="02040602050305030304" pitchFamily="18" charset="0"/>
              </a:rPr>
              <a:t>Data </a:t>
            </a:r>
            <a:r>
              <a:rPr lang="en-US" altLang="en-US" sz="1200" b="1" kern="0" dirty="0" err="1">
                <a:solidFill>
                  <a:schemeClr val="bg1"/>
                </a:solidFill>
                <a:latin typeface="Book Antiqua" panose="02040602050305030304" pitchFamily="18" charset="0"/>
              </a:rPr>
              <a:t>Resolusi</a:t>
            </a:r>
            <a:endParaRPr kumimoji="0" lang="en-US" altLang="en-US" sz="1200" b="1" i="0" u="none" strike="noStrike" kern="0" cap="none" spc="0" normalizeH="0" baseline="0" noProof="0" dirty="0">
              <a:ln>
                <a:noFill/>
              </a:ln>
              <a:solidFill>
                <a:schemeClr val="bg1"/>
              </a:solidFill>
              <a:effectLst/>
              <a:uLnTx/>
              <a:uFillTx/>
              <a:latin typeface="Book Antiqua" panose="02040602050305030304" pitchFamily="18" charset="0"/>
            </a:endParaRPr>
          </a:p>
        </p:txBody>
      </p:sp>
      <p:sp>
        <p:nvSpPr>
          <p:cNvPr id="37" name="AutoShape 41">
            <a:extLst>
              <a:ext uri="{FF2B5EF4-FFF2-40B4-BE49-F238E27FC236}">
                <a16:creationId xmlns:a16="http://schemas.microsoft.com/office/drawing/2014/main" id="{6FFE9C7C-B8DF-491D-8253-08E82D0DC1A5}"/>
              </a:ext>
            </a:extLst>
          </p:cNvPr>
          <p:cNvSpPr>
            <a:spLocks noChangeArrowheads="1"/>
          </p:cNvSpPr>
          <p:nvPr/>
        </p:nvSpPr>
        <p:spPr bwMode="auto">
          <a:xfrm>
            <a:off x="5863690" y="1869241"/>
            <a:ext cx="266669" cy="171500"/>
          </a:xfrm>
          <a:prstGeom prst="diamond">
            <a:avLst/>
          </a:prstGeom>
          <a:solidFill>
            <a:schemeClr val="accent1"/>
          </a:solidFill>
          <a:ln w="3175">
            <a:noFill/>
            <a:miter lim="800000"/>
            <a:headEnd/>
            <a:tailEnd/>
          </a:ln>
          <a:effectLst/>
        </p:spPr>
        <p:txBody>
          <a:bodyPr wrap="none" lIns="90000" tIns="46800" rIns="90000" bIns="46800" anchor="ctr"/>
          <a:lstStyle>
            <a:lvl1pPr algn="ctr">
              <a:defRPr sz="600" b="1" i="1">
                <a:solidFill>
                  <a:srgbClr val="FF0000"/>
                </a:solidFill>
                <a:latin typeface="Arial" panose="020B0604020202020204" pitchFamily="34" charset="0"/>
                <a:cs typeface="Arial" panose="020B0604020202020204" pitchFamily="34" charset="0"/>
              </a:defRPr>
            </a:lvl1pPr>
            <a:lvl2pPr marL="742950" indent="-285750" algn="ctr">
              <a:defRPr sz="600" b="1" i="1">
                <a:solidFill>
                  <a:srgbClr val="FF0000"/>
                </a:solidFill>
                <a:latin typeface="Arial" panose="020B0604020202020204" pitchFamily="34" charset="0"/>
                <a:cs typeface="Arial" panose="020B0604020202020204" pitchFamily="34" charset="0"/>
              </a:defRPr>
            </a:lvl2pPr>
            <a:lvl3pPr marL="1143000" indent="-228600" algn="ctr">
              <a:defRPr sz="600" b="1" i="1">
                <a:solidFill>
                  <a:srgbClr val="FF0000"/>
                </a:solidFill>
                <a:latin typeface="Arial" panose="020B0604020202020204" pitchFamily="34" charset="0"/>
                <a:cs typeface="Arial" panose="020B0604020202020204" pitchFamily="34" charset="0"/>
              </a:defRPr>
            </a:lvl3pPr>
            <a:lvl4pPr marL="1600200" indent="-228600" algn="ctr">
              <a:defRPr sz="600" b="1" i="1">
                <a:solidFill>
                  <a:srgbClr val="FF0000"/>
                </a:solidFill>
                <a:latin typeface="Arial" panose="020B0604020202020204" pitchFamily="34" charset="0"/>
                <a:cs typeface="Arial" panose="020B0604020202020204" pitchFamily="34" charset="0"/>
              </a:defRPr>
            </a:lvl4pPr>
            <a:lvl5pPr marL="2057400" indent="-228600" algn="ctr">
              <a:defRPr sz="600" b="1" i="1">
                <a:solidFill>
                  <a:srgbClr val="FF0000"/>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600" b="1" i="1">
                <a:solidFill>
                  <a:srgbClr val="FF0000"/>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600" b="1" i="1">
                <a:solidFill>
                  <a:srgbClr val="FF0000"/>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600" b="1" i="1">
                <a:solidFill>
                  <a:srgbClr val="FF0000"/>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600" b="1" i="1">
                <a:solidFill>
                  <a:srgbClr val="FF0000"/>
                </a:solidFill>
                <a:latin typeface="Arial" panose="020B0604020202020204" pitchFamily="34" charset="0"/>
                <a:cs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 typeface="Wingdings" panose="05000000000000000000" pitchFamily="2" charset="2"/>
              <a:buNone/>
              <a:tabLst/>
              <a:defRPr/>
            </a:pPr>
            <a:r>
              <a:rPr kumimoji="0" lang="en-US" altLang="en-US" sz="1000" b="0" i="0" u="none" strike="noStrike" kern="0" cap="none" spc="0" normalizeH="0" baseline="0" noProof="0" dirty="0">
                <a:ln>
                  <a:noFill/>
                </a:ln>
                <a:solidFill>
                  <a:schemeClr val="bg1"/>
                </a:solidFill>
                <a:effectLst/>
                <a:uLnTx/>
                <a:uFillTx/>
                <a:latin typeface="Book Antiqua" panose="02040602050305030304" pitchFamily="18" charset="0"/>
              </a:rPr>
              <a:t>R3</a:t>
            </a:r>
          </a:p>
        </p:txBody>
      </p:sp>
      <p:sp>
        <p:nvSpPr>
          <p:cNvPr id="38" name="AutoShape 44">
            <a:extLst>
              <a:ext uri="{FF2B5EF4-FFF2-40B4-BE49-F238E27FC236}">
                <a16:creationId xmlns:a16="http://schemas.microsoft.com/office/drawing/2014/main" id="{D219FEBF-68AF-4593-AADE-719789E12721}"/>
              </a:ext>
            </a:extLst>
          </p:cNvPr>
          <p:cNvSpPr>
            <a:spLocks noChangeArrowheads="1"/>
          </p:cNvSpPr>
          <p:nvPr/>
        </p:nvSpPr>
        <p:spPr bwMode="auto">
          <a:xfrm>
            <a:off x="5863690" y="2086017"/>
            <a:ext cx="266669" cy="172872"/>
          </a:xfrm>
          <a:prstGeom prst="diamond">
            <a:avLst/>
          </a:prstGeom>
          <a:solidFill>
            <a:schemeClr val="accent1"/>
          </a:solidFill>
          <a:ln w="3175">
            <a:noFill/>
            <a:miter lim="800000"/>
            <a:headEnd/>
            <a:tailEnd/>
          </a:ln>
          <a:effectLst/>
        </p:spPr>
        <p:txBody>
          <a:bodyPr wrap="none" lIns="90000" tIns="46800" rIns="90000" bIns="46800" anchor="ctr"/>
          <a:lstStyle>
            <a:lvl1pPr algn="ctr">
              <a:defRPr sz="600" b="1" i="1">
                <a:solidFill>
                  <a:srgbClr val="FF0000"/>
                </a:solidFill>
                <a:latin typeface="Arial" panose="020B0604020202020204" pitchFamily="34" charset="0"/>
                <a:cs typeface="Arial" panose="020B0604020202020204" pitchFamily="34" charset="0"/>
              </a:defRPr>
            </a:lvl1pPr>
            <a:lvl2pPr marL="742950" indent="-285750" algn="ctr">
              <a:defRPr sz="600" b="1" i="1">
                <a:solidFill>
                  <a:srgbClr val="FF0000"/>
                </a:solidFill>
                <a:latin typeface="Arial" panose="020B0604020202020204" pitchFamily="34" charset="0"/>
                <a:cs typeface="Arial" panose="020B0604020202020204" pitchFamily="34" charset="0"/>
              </a:defRPr>
            </a:lvl2pPr>
            <a:lvl3pPr marL="1143000" indent="-228600" algn="ctr">
              <a:defRPr sz="600" b="1" i="1">
                <a:solidFill>
                  <a:srgbClr val="FF0000"/>
                </a:solidFill>
                <a:latin typeface="Arial" panose="020B0604020202020204" pitchFamily="34" charset="0"/>
                <a:cs typeface="Arial" panose="020B0604020202020204" pitchFamily="34" charset="0"/>
              </a:defRPr>
            </a:lvl3pPr>
            <a:lvl4pPr marL="1600200" indent="-228600" algn="ctr">
              <a:defRPr sz="600" b="1" i="1">
                <a:solidFill>
                  <a:srgbClr val="FF0000"/>
                </a:solidFill>
                <a:latin typeface="Arial" panose="020B0604020202020204" pitchFamily="34" charset="0"/>
                <a:cs typeface="Arial" panose="020B0604020202020204" pitchFamily="34" charset="0"/>
              </a:defRPr>
            </a:lvl4pPr>
            <a:lvl5pPr marL="2057400" indent="-228600" algn="ctr">
              <a:defRPr sz="600" b="1" i="1">
                <a:solidFill>
                  <a:srgbClr val="FF0000"/>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600" b="1" i="1">
                <a:solidFill>
                  <a:srgbClr val="FF0000"/>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600" b="1" i="1">
                <a:solidFill>
                  <a:srgbClr val="FF0000"/>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600" b="1" i="1">
                <a:solidFill>
                  <a:srgbClr val="FF0000"/>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600" b="1" i="1">
                <a:solidFill>
                  <a:srgbClr val="FF0000"/>
                </a:solidFill>
                <a:latin typeface="Arial" panose="020B0604020202020204" pitchFamily="34" charset="0"/>
                <a:cs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 typeface="Wingdings" panose="05000000000000000000" pitchFamily="2" charset="2"/>
              <a:buNone/>
              <a:tabLst/>
              <a:defRPr/>
            </a:pPr>
            <a:r>
              <a:rPr kumimoji="0" lang="en-US" altLang="en-US" sz="1000" b="0" i="0" u="none" strike="noStrike" kern="0" cap="none" spc="0" normalizeH="0" baseline="0" noProof="0" dirty="0">
                <a:ln>
                  <a:noFill/>
                </a:ln>
                <a:solidFill>
                  <a:schemeClr val="bg1"/>
                </a:solidFill>
                <a:effectLst/>
                <a:uLnTx/>
                <a:uFillTx/>
                <a:latin typeface="Book Antiqua" panose="02040602050305030304" pitchFamily="18" charset="0"/>
              </a:rPr>
              <a:t>R4</a:t>
            </a:r>
          </a:p>
        </p:txBody>
      </p:sp>
      <p:sp>
        <p:nvSpPr>
          <p:cNvPr id="39" name="AutoShape 107">
            <a:extLst>
              <a:ext uri="{FF2B5EF4-FFF2-40B4-BE49-F238E27FC236}">
                <a16:creationId xmlns:a16="http://schemas.microsoft.com/office/drawing/2014/main" id="{2414526C-DBBC-4116-9AA0-5206B660D886}"/>
              </a:ext>
            </a:extLst>
          </p:cNvPr>
          <p:cNvSpPr>
            <a:spLocks noChangeArrowheads="1"/>
          </p:cNvSpPr>
          <p:nvPr/>
        </p:nvSpPr>
        <p:spPr bwMode="auto">
          <a:xfrm>
            <a:off x="5863690" y="2304165"/>
            <a:ext cx="266669" cy="172872"/>
          </a:xfrm>
          <a:prstGeom prst="diamond">
            <a:avLst/>
          </a:prstGeom>
          <a:solidFill>
            <a:schemeClr val="accent1"/>
          </a:solidFill>
          <a:ln w="3175">
            <a:noFill/>
            <a:miter lim="800000"/>
            <a:headEnd/>
            <a:tailEnd/>
          </a:ln>
          <a:effectLst/>
        </p:spPr>
        <p:txBody>
          <a:bodyPr wrap="none" lIns="90000" tIns="46800" rIns="90000" bIns="46800" anchor="ctr"/>
          <a:lstStyle>
            <a:lvl1pPr algn="ctr">
              <a:defRPr sz="600" b="1" i="1">
                <a:solidFill>
                  <a:srgbClr val="FF0000"/>
                </a:solidFill>
                <a:latin typeface="Arial" panose="020B0604020202020204" pitchFamily="34" charset="0"/>
                <a:cs typeface="Arial" panose="020B0604020202020204" pitchFamily="34" charset="0"/>
              </a:defRPr>
            </a:lvl1pPr>
            <a:lvl2pPr marL="742950" indent="-285750" algn="ctr">
              <a:defRPr sz="600" b="1" i="1">
                <a:solidFill>
                  <a:srgbClr val="FF0000"/>
                </a:solidFill>
                <a:latin typeface="Arial" panose="020B0604020202020204" pitchFamily="34" charset="0"/>
                <a:cs typeface="Arial" panose="020B0604020202020204" pitchFamily="34" charset="0"/>
              </a:defRPr>
            </a:lvl2pPr>
            <a:lvl3pPr marL="1143000" indent="-228600" algn="ctr">
              <a:defRPr sz="600" b="1" i="1">
                <a:solidFill>
                  <a:srgbClr val="FF0000"/>
                </a:solidFill>
                <a:latin typeface="Arial" panose="020B0604020202020204" pitchFamily="34" charset="0"/>
                <a:cs typeface="Arial" panose="020B0604020202020204" pitchFamily="34" charset="0"/>
              </a:defRPr>
            </a:lvl3pPr>
            <a:lvl4pPr marL="1600200" indent="-228600" algn="ctr">
              <a:defRPr sz="600" b="1" i="1">
                <a:solidFill>
                  <a:srgbClr val="FF0000"/>
                </a:solidFill>
                <a:latin typeface="Arial" panose="020B0604020202020204" pitchFamily="34" charset="0"/>
                <a:cs typeface="Arial" panose="020B0604020202020204" pitchFamily="34" charset="0"/>
              </a:defRPr>
            </a:lvl4pPr>
            <a:lvl5pPr marL="2057400" indent="-228600" algn="ctr">
              <a:defRPr sz="600" b="1" i="1">
                <a:solidFill>
                  <a:srgbClr val="FF0000"/>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600" b="1" i="1">
                <a:solidFill>
                  <a:srgbClr val="FF0000"/>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600" b="1" i="1">
                <a:solidFill>
                  <a:srgbClr val="FF0000"/>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600" b="1" i="1">
                <a:solidFill>
                  <a:srgbClr val="FF0000"/>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600" b="1" i="1">
                <a:solidFill>
                  <a:srgbClr val="FF0000"/>
                </a:solidFill>
                <a:latin typeface="Arial" panose="020B0604020202020204" pitchFamily="34" charset="0"/>
                <a:cs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 typeface="Wingdings" panose="05000000000000000000" pitchFamily="2" charset="2"/>
              <a:buNone/>
              <a:tabLst/>
              <a:defRPr/>
            </a:pPr>
            <a:r>
              <a:rPr lang="de-DE" altLang="en-US" sz="1000" b="0" i="0" kern="0" dirty="0">
                <a:solidFill>
                  <a:schemeClr val="bg1"/>
                </a:solidFill>
                <a:latin typeface="Book Antiqua" panose="02040602050305030304" pitchFamily="18" charset="0"/>
              </a:rPr>
              <a:t>R5</a:t>
            </a:r>
            <a:endParaRPr kumimoji="0" lang="en-US" altLang="en-US" sz="1000" b="0" i="0" u="none" strike="noStrike" kern="0" cap="none" spc="0" normalizeH="0" baseline="0" noProof="0" dirty="0">
              <a:ln>
                <a:noFill/>
              </a:ln>
              <a:solidFill>
                <a:schemeClr val="bg1"/>
              </a:solidFill>
              <a:effectLst/>
              <a:uLnTx/>
              <a:uFillTx/>
              <a:latin typeface="Book Antiqua" panose="02040602050305030304" pitchFamily="18" charset="0"/>
            </a:endParaRPr>
          </a:p>
        </p:txBody>
      </p:sp>
      <p:sp>
        <p:nvSpPr>
          <p:cNvPr id="40" name="AutoShape 110">
            <a:extLst>
              <a:ext uri="{FF2B5EF4-FFF2-40B4-BE49-F238E27FC236}">
                <a16:creationId xmlns:a16="http://schemas.microsoft.com/office/drawing/2014/main" id="{A358707B-DEA0-4669-96F3-630BFB688D70}"/>
              </a:ext>
            </a:extLst>
          </p:cNvPr>
          <p:cNvSpPr>
            <a:spLocks noChangeArrowheads="1"/>
          </p:cNvSpPr>
          <p:nvPr/>
        </p:nvSpPr>
        <p:spPr bwMode="auto">
          <a:xfrm>
            <a:off x="5863690" y="1653839"/>
            <a:ext cx="266669" cy="171499"/>
          </a:xfrm>
          <a:prstGeom prst="diamond">
            <a:avLst/>
          </a:prstGeom>
          <a:solidFill>
            <a:schemeClr val="accent1"/>
          </a:solidFill>
          <a:ln w="3175">
            <a:noFill/>
            <a:miter lim="800000"/>
            <a:headEnd/>
            <a:tailEnd/>
          </a:ln>
          <a:effectLst/>
        </p:spPr>
        <p:txBody>
          <a:bodyPr wrap="none" lIns="90000" tIns="46800" rIns="90000" bIns="46800" anchor="ctr"/>
          <a:lstStyle>
            <a:lvl1pPr algn="ctr">
              <a:defRPr sz="600" b="1" i="1">
                <a:solidFill>
                  <a:srgbClr val="FF0000"/>
                </a:solidFill>
                <a:latin typeface="Arial" panose="020B0604020202020204" pitchFamily="34" charset="0"/>
                <a:cs typeface="Arial" panose="020B0604020202020204" pitchFamily="34" charset="0"/>
              </a:defRPr>
            </a:lvl1pPr>
            <a:lvl2pPr marL="742950" indent="-285750" algn="ctr">
              <a:defRPr sz="600" b="1" i="1">
                <a:solidFill>
                  <a:srgbClr val="FF0000"/>
                </a:solidFill>
                <a:latin typeface="Arial" panose="020B0604020202020204" pitchFamily="34" charset="0"/>
                <a:cs typeface="Arial" panose="020B0604020202020204" pitchFamily="34" charset="0"/>
              </a:defRPr>
            </a:lvl2pPr>
            <a:lvl3pPr marL="1143000" indent="-228600" algn="ctr">
              <a:defRPr sz="600" b="1" i="1">
                <a:solidFill>
                  <a:srgbClr val="FF0000"/>
                </a:solidFill>
                <a:latin typeface="Arial" panose="020B0604020202020204" pitchFamily="34" charset="0"/>
                <a:cs typeface="Arial" panose="020B0604020202020204" pitchFamily="34" charset="0"/>
              </a:defRPr>
            </a:lvl3pPr>
            <a:lvl4pPr marL="1600200" indent="-228600" algn="ctr">
              <a:defRPr sz="600" b="1" i="1">
                <a:solidFill>
                  <a:srgbClr val="FF0000"/>
                </a:solidFill>
                <a:latin typeface="Arial" panose="020B0604020202020204" pitchFamily="34" charset="0"/>
                <a:cs typeface="Arial" panose="020B0604020202020204" pitchFamily="34" charset="0"/>
              </a:defRPr>
            </a:lvl4pPr>
            <a:lvl5pPr marL="2057400" indent="-228600" algn="ctr">
              <a:defRPr sz="600" b="1" i="1">
                <a:solidFill>
                  <a:srgbClr val="FF0000"/>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600" b="1" i="1">
                <a:solidFill>
                  <a:srgbClr val="FF0000"/>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600" b="1" i="1">
                <a:solidFill>
                  <a:srgbClr val="FF0000"/>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600" b="1" i="1">
                <a:solidFill>
                  <a:srgbClr val="FF0000"/>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600" b="1" i="1">
                <a:solidFill>
                  <a:srgbClr val="FF0000"/>
                </a:solidFill>
                <a:latin typeface="Arial" panose="020B0604020202020204" pitchFamily="34" charset="0"/>
                <a:cs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 typeface="Wingdings" panose="05000000000000000000" pitchFamily="2" charset="2"/>
              <a:buNone/>
              <a:tabLst/>
              <a:defRPr/>
            </a:pPr>
            <a:r>
              <a:rPr kumimoji="0" lang="en-US" altLang="en-US" sz="1000" b="0" i="0" u="none" strike="noStrike" kern="0" cap="none" spc="0" normalizeH="0" baseline="0" noProof="0" dirty="0">
                <a:ln>
                  <a:noFill/>
                </a:ln>
                <a:solidFill>
                  <a:schemeClr val="bg1"/>
                </a:solidFill>
                <a:effectLst/>
                <a:uLnTx/>
                <a:uFillTx/>
                <a:latin typeface="Book Antiqua" panose="02040602050305030304" pitchFamily="18" charset="0"/>
              </a:rPr>
              <a:t>R2</a:t>
            </a:r>
          </a:p>
        </p:txBody>
      </p:sp>
      <p:sp>
        <p:nvSpPr>
          <p:cNvPr id="41" name="AutoShape 107">
            <a:extLst>
              <a:ext uri="{FF2B5EF4-FFF2-40B4-BE49-F238E27FC236}">
                <a16:creationId xmlns:a16="http://schemas.microsoft.com/office/drawing/2014/main" id="{84B20D05-0591-4FEF-9837-BD62A975B722}"/>
              </a:ext>
            </a:extLst>
          </p:cNvPr>
          <p:cNvSpPr>
            <a:spLocks noChangeArrowheads="1"/>
          </p:cNvSpPr>
          <p:nvPr/>
        </p:nvSpPr>
        <p:spPr bwMode="auto">
          <a:xfrm>
            <a:off x="5863690" y="2527409"/>
            <a:ext cx="266669" cy="172872"/>
          </a:xfrm>
          <a:prstGeom prst="diamond">
            <a:avLst/>
          </a:prstGeom>
          <a:solidFill>
            <a:schemeClr val="accent1"/>
          </a:solidFill>
          <a:ln w="3175">
            <a:noFill/>
            <a:miter lim="800000"/>
            <a:headEnd/>
            <a:tailEnd/>
          </a:ln>
          <a:effectLst/>
        </p:spPr>
        <p:txBody>
          <a:bodyPr wrap="none" lIns="90000" tIns="46800" rIns="90000" bIns="46800" anchor="ctr"/>
          <a:lstStyle>
            <a:lvl1pPr algn="ctr">
              <a:defRPr sz="600" b="1" i="1">
                <a:solidFill>
                  <a:srgbClr val="FF0000"/>
                </a:solidFill>
                <a:latin typeface="Arial" panose="020B0604020202020204" pitchFamily="34" charset="0"/>
                <a:cs typeface="Arial" panose="020B0604020202020204" pitchFamily="34" charset="0"/>
              </a:defRPr>
            </a:lvl1pPr>
            <a:lvl2pPr marL="742950" indent="-285750" algn="ctr">
              <a:defRPr sz="600" b="1" i="1">
                <a:solidFill>
                  <a:srgbClr val="FF0000"/>
                </a:solidFill>
                <a:latin typeface="Arial" panose="020B0604020202020204" pitchFamily="34" charset="0"/>
                <a:cs typeface="Arial" panose="020B0604020202020204" pitchFamily="34" charset="0"/>
              </a:defRPr>
            </a:lvl2pPr>
            <a:lvl3pPr marL="1143000" indent="-228600" algn="ctr">
              <a:defRPr sz="600" b="1" i="1">
                <a:solidFill>
                  <a:srgbClr val="FF0000"/>
                </a:solidFill>
                <a:latin typeface="Arial" panose="020B0604020202020204" pitchFamily="34" charset="0"/>
                <a:cs typeface="Arial" panose="020B0604020202020204" pitchFamily="34" charset="0"/>
              </a:defRPr>
            </a:lvl3pPr>
            <a:lvl4pPr marL="1600200" indent="-228600" algn="ctr">
              <a:defRPr sz="600" b="1" i="1">
                <a:solidFill>
                  <a:srgbClr val="FF0000"/>
                </a:solidFill>
                <a:latin typeface="Arial" panose="020B0604020202020204" pitchFamily="34" charset="0"/>
                <a:cs typeface="Arial" panose="020B0604020202020204" pitchFamily="34" charset="0"/>
              </a:defRPr>
            </a:lvl4pPr>
            <a:lvl5pPr marL="2057400" indent="-228600" algn="ctr">
              <a:defRPr sz="600" b="1" i="1">
                <a:solidFill>
                  <a:srgbClr val="FF0000"/>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600" b="1" i="1">
                <a:solidFill>
                  <a:srgbClr val="FF0000"/>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600" b="1" i="1">
                <a:solidFill>
                  <a:srgbClr val="FF0000"/>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600" b="1" i="1">
                <a:solidFill>
                  <a:srgbClr val="FF0000"/>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600" b="1" i="1">
                <a:solidFill>
                  <a:srgbClr val="FF0000"/>
                </a:solidFill>
                <a:latin typeface="Arial" panose="020B0604020202020204" pitchFamily="34" charset="0"/>
                <a:cs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 typeface="Wingdings" panose="05000000000000000000" pitchFamily="2" charset="2"/>
              <a:buNone/>
              <a:tabLst/>
              <a:defRPr/>
            </a:pPr>
            <a:r>
              <a:rPr kumimoji="0" lang="de-DE" altLang="en-US" sz="1000" b="0" i="0" u="none" strike="noStrike" kern="0" cap="none" spc="0" normalizeH="0" baseline="0" noProof="0" dirty="0">
                <a:ln>
                  <a:noFill/>
                </a:ln>
                <a:solidFill>
                  <a:schemeClr val="bg1"/>
                </a:solidFill>
                <a:effectLst/>
                <a:uLnTx/>
                <a:uFillTx/>
                <a:latin typeface="Book Antiqua" panose="02040602050305030304" pitchFamily="18" charset="0"/>
              </a:rPr>
              <a:t>R6</a:t>
            </a:r>
            <a:endParaRPr kumimoji="0" lang="en-US" altLang="en-US" sz="1000" b="0" i="0" u="none" strike="noStrike" kern="0" cap="none" spc="0" normalizeH="0" baseline="0" noProof="0" dirty="0">
              <a:ln>
                <a:noFill/>
              </a:ln>
              <a:solidFill>
                <a:schemeClr val="bg1"/>
              </a:solidFill>
              <a:effectLst/>
              <a:uLnTx/>
              <a:uFillTx/>
              <a:latin typeface="Book Antiqua" panose="02040602050305030304" pitchFamily="18" charset="0"/>
            </a:endParaRPr>
          </a:p>
        </p:txBody>
      </p:sp>
      <p:sp>
        <p:nvSpPr>
          <p:cNvPr id="42" name="Rectangle 40">
            <a:extLst>
              <a:ext uri="{FF2B5EF4-FFF2-40B4-BE49-F238E27FC236}">
                <a16:creationId xmlns:a16="http://schemas.microsoft.com/office/drawing/2014/main" id="{3620CE01-E4EC-4771-9FA1-59DAF2704462}"/>
              </a:ext>
            </a:extLst>
          </p:cNvPr>
          <p:cNvSpPr>
            <a:spLocks noChangeArrowheads="1"/>
          </p:cNvSpPr>
          <p:nvPr/>
        </p:nvSpPr>
        <p:spPr bwMode="auto">
          <a:xfrm>
            <a:off x="6232903" y="1897020"/>
            <a:ext cx="1623728" cy="127596"/>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lIns="0" tIns="0" rIns="0" bIns="0"/>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eaLnBrk="0" fontAlgn="base" hangingPunct="0">
              <a:lnSpc>
                <a:spcPct val="90000"/>
              </a:lnSpc>
              <a:spcBef>
                <a:spcPct val="0"/>
              </a:spcBef>
              <a:spcAft>
                <a:spcPct val="0"/>
              </a:spcAft>
              <a:buClr>
                <a:srgbClr val="777777"/>
              </a:buClr>
              <a:buSzPct val="80000"/>
              <a:defRPr/>
            </a:pPr>
            <a:r>
              <a:rPr lang="en-US" altLang="en-US" sz="1000" kern="0" dirty="0">
                <a:solidFill>
                  <a:srgbClr val="000000"/>
                </a:solidFill>
                <a:latin typeface="Book Antiqua" panose="02040602050305030304" pitchFamily="18" charset="0"/>
              </a:rPr>
              <a:t>Data </a:t>
            </a:r>
            <a:r>
              <a:rPr lang="en-US" altLang="en-US" sz="1000" kern="0" dirty="0" err="1">
                <a:solidFill>
                  <a:srgbClr val="000000"/>
                </a:solidFill>
                <a:latin typeface="Book Antiqua" panose="02040602050305030304" pitchFamily="18" charset="0"/>
              </a:rPr>
              <a:t>Penawaran</a:t>
            </a:r>
            <a:endParaRPr kumimoji="0" lang="en-US" altLang="en-US" sz="1000" b="0" u="none" strike="noStrike" kern="0" cap="none" spc="0" normalizeH="0" baseline="0" noProof="0" dirty="0">
              <a:ln>
                <a:noFill/>
              </a:ln>
              <a:solidFill>
                <a:srgbClr val="000000"/>
              </a:solidFill>
              <a:effectLst/>
              <a:uLnTx/>
              <a:uFillTx/>
              <a:latin typeface="Book Antiqua" panose="02040602050305030304" pitchFamily="18" charset="0"/>
            </a:endParaRPr>
          </a:p>
        </p:txBody>
      </p:sp>
      <p:sp>
        <p:nvSpPr>
          <p:cNvPr id="43" name="Rectangle 43">
            <a:extLst>
              <a:ext uri="{FF2B5EF4-FFF2-40B4-BE49-F238E27FC236}">
                <a16:creationId xmlns:a16="http://schemas.microsoft.com/office/drawing/2014/main" id="{BE156209-27C8-4175-9CA7-61B56BEC0233}"/>
              </a:ext>
            </a:extLst>
          </p:cNvPr>
          <p:cNvSpPr>
            <a:spLocks noChangeArrowheads="1"/>
          </p:cNvSpPr>
          <p:nvPr/>
        </p:nvSpPr>
        <p:spPr bwMode="auto">
          <a:xfrm>
            <a:off x="6232903" y="2331318"/>
            <a:ext cx="1623728" cy="127596"/>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lIns="0" tIns="0" rIns="0" bIns="0"/>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eaLnBrk="0" fontAlgn="base" hangingPunct="0">
              <a:lnSpc>
                <a:spcPct val="90000"/>
              </a:lnSpc>
              <a:spcBef>
                <a:spcPct val="0"/>
              </a:spcBef>
              <a:spcAft>
                <a:spcPct val="0"/>
              </a:spcAft>
              <a:buClr>
                <a:srgbClr val="777777"/>
              </a:buClr>
              <a:buSzPct val="80000"/>
              <a:defRPr/>
            </a:pPr>
            <a:r>
              <a:rPr lang="en-US" altLang="en-US" sz="1000" kern="0" dirty="0">
                <a:solidFill>
                  <a:srgbClr val="000000"/>
                </a:solidFill>
                <a:latin typeface="Book Antiqua" panose="02040602050305030304" pitchFamily="18" charset="0"/>
              </a:rPr>
              <a:t>Data </a:t>
            </a:r>
            <a:r>
              <a:rPr lang="en-US" altLang="en-US" sz="1000" kern="0" dirty="0" err="1">
                <a:solidFill>
                  <a:srgbClr val="000000"/>
                </a:solidFill>
                <a:latin typeface="Book Antiqua" panose="02040602050305030304" pitchFamily="18" charset="0"/>
              </a:rPr>
              <a:t>Aset</a:t>
            </a:r>
            <a:endParaRPr kumimoji="0" lang="en-US" altLang="en-US" sz="1000" b="0" i="0" u="none" strike="noStrike" kern="0" cap="none" spc="0" normalizeH="0" baseline="0" noProof="0" dirty="0">
              <a:ln>
                <a:noFill/>
              </a:ln>
              <a:solidFill>
                <a:srgbClr val="000000"/>
              </a:solidFill>
              <a:effectLst/>
              <a:uLnTx/>
              <a:uFillTx/>
              <a:latin typeface="Book Antiqua" panose="02040602050305030304" pitchFamily="18" charset="0"/>
            </a:endParaRPr>
          </a:p>
        </p:txBody>
      </p:sp>
      <p:sp>
        <p:nvSpPr>
          <p:cNvPr id="44" name="Rectangle 106">
            <a:extLst>
              <a:ext uri="{FF2B5EF4-FFF2-40B4-BE49-F238E27FC236}">
                <a16:creationId xmlns:a16="http://schemas.microsoft.com/office/drawing/2014/main" id="{912DF7A7-8FF8-4341-AFB2-5F357FD3FE5B}"/>
              </a:ext>
            </a:extLst>
          </p:cNvPr>
          <p:cNvSpPr>
            <a:spLocks noChangeArrowheads="1"/>
          </p:cNvSpPr>
          <p:nvPr/>
        </p:nvSpPr>
        <p:spPr bwMode="auto">
          <a:xfrm>
            <a:off x="6232903" y="2549466"/>
            <a:ext cx="1623728" cy="127596"/>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lIns="0" tIns="0" rIns="0" bIns="0"/>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eaLnBrk="0" fontAlgn="base" hangingPunct="0">
              <a:lnSpc>
                <a:spcPct val="90000"/>
              </a:lnSpc>
              <a:spcBef>
                <a:spcPct val="0"/>
              </a:spcBef>
              <a:spcAft>
                <a:spcPct val="0"/>
              </a:spcAft>
              <a:buClr>
                <a:srgbClr val="777777"/>
              </a:buClr>
              <a:buSzPct val="80000"/>
              <a:defRPr/>
            </a:pPr>
            <a:r>
              <a:rPr lang="en-US" altLang="en-US" sz="1000" kern="0" dirty="0">
                <a:solidFill>
                  <a:srgbClr val="000000"/>
                </a:solidFill>
                <a:latin typeface="Book Antiqua" panose="02040602050305030304" pitchFamily="18" charset="0"/>
              </a:rPr>
              <a:t>Data </a:t>
            </a:r>
            <a:r>
              <a:rPr lang="en-US" altLang="en-US" sz="1000" kern="0" dirty="0" err="1">
                <a:solidFill>
                  <a:srgbClr val="000000"/>
                </a:solidFill>
                <a:latin typeface="Book Antiqua" panose="02040602050305030304" pitchFamily="18" charset="0"/>
              </a:rPr>
              <a:t>Klaim</a:t>
            </a:r>
            <a:endParaRPr kumimoji="0" lang="en-US" altLang="en-US" sz="1000" b="0" i="0" u="none" strike="noStrike" kern="0" cap="none" spc="0" normalizeH="0" baseline="0" noProof="0" dirty="0">
              <a:ln>
                <a:noFill/>
              </a:ln>
              <a:solidFill>
                <a:srgbClr val="000000"/>
              </a:solidFill>
              <a:effectLst/>
              <a:uLnTx/>
              <a:uFillTx/>
              <a:latin typeface="Book Antiqua" panose="02040602050305030304" pitchFamily="18" charset="0"/>
            </a:endParaRPr>
          </a:p>
        </p:txBody>
      </p:sp>
      <p:sp>
        <p:nvSpPr>
          <p:cNvPr id="45" name="Rectangle 109">
            <a:extLst>
              <a:ext uri="{FF2B5EF4-FFF2-40B4-BE49-F238E27FC236}">
                <a16:creationId xmlns:a16="http://schemas.microsoft.com/office/drawing/2014/main" id="{CA9FF05E-FA2D-4EEE-ABB8-0BAE74377483}"/>
              </a:ext>
            </a:extLst>
          </p:cNvPr>
          <p:cNvSpPr>
            <a:spLocks noChangeArrowheads="1"/>
          </p:cNvSpPr>
          <p:nvPr/>
        </p:nvSpPr>
        <p:spPr bwMode="auto">
          <a:xfrm>
            <a:off x="6232903" y="1684023"/>
            <a:ext cx="1623728" cy="111131"/>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lIns="0" tIns="0" rIns="0" bIns="0"/>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eaLnBrk="0" fontAlgn="base" hangingPunct="0">
              <a:lnSpc>
                <a:spcPct val="90000"/>
              </a:lnSpc>
              <a:spcBef>
                <a:spcPct val="0"/>
              </a:spcBef>
              <a:spcAft>
                <a:spcPct val="0"/>
              </a:spcAft>
              <a:buClr>
                <a:srgbClr val="777777"/>
              </a:buClr>
              <a:buSzPct val="80000"/>
              <a:defRPr/>
            </a:pPr>
            <a:r>
              <a:rPr lang="en-US" altLang="en-US" sz="1000" kern="0" dirty="0">
                <a:solidFill>
                  <a:srgbClr val="000000"/>
                </a:solidFill>
                <a:latin typeface="Book Antiqua" panose="02040602050305030304" pitchFamily="18" charset="0"/>
              </a:rPr>
              <a:t>Data Bank </a:t>
            </a:r>
            <a:r>
              <a:rPr lang="en-US" altLang="en-US" sz="1000" kern="0" dirty="0" err="1">
                <a:solidFill>
                  <a:srgbClr val="000000"/>
                </a:solidFill>
                <a:latin typeface="Book Antiqua" panose="02040602050305030304" pitchFamily="18" charset="0"/>
              </a:rPr>
              <a:t>Gagal</a:t>
            </a:r>
            <a:endParaRPr kumimoji="0" lang="en-US" altLang="en-US" sz="1000" b="0" i="0" u="none" strike="noStrike" kern="0" cap="none" spc="0" normalizeH="0" baseline="0" noProof="0" dirty="0">
              <a:ln>
                <a:noFill/>
              </a:ln>
              <a:solidFill>
                <a:srgbClr val="000000"/>
              </a:solidFill>
              <a:effectLst/>
              <a:uLnTx/>
              <a:uFillTx/>
              <a:latin typeface="Book Antiqua" panose="02040602050305030304" pitchFamily="18" charset="0"/>
            </a:endParaRPr>
          </a:p>
        </p:txBody>
      </p:sp>
      <p:sp>
        <p:nvSpPr>
          <p:cNvPr id="46" name="Rectangle 106">
            <a:extLst>
              <a:ext uri="{FF2B5EF4-FFF2-40B4-BE49-F238E27FC236}">
                <a16:creationId xmlns:a16="http://schemas.microsoft.com/office/drawing/2014/main" id="{4F5F3ACB-33EF-4A7B-9CB7-17E591910CCF}"/>
              </a:ext>
            </a:extLst>
          </p:cNvPr>
          <p:cNvSpPr>
            <a:spLocks noChangeArrowheads="1"/>
          </p:cNvSpPr>
          <p:nvPr/>
        </p:nvSpPr>
        <p:spPr bwMode="auto">
          <a:xfrm>
            <a:off x="6232903" y="2773859"/>
            <a:ext cx="1623728" cy="127596"/>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lIns="0" tIns="0" rIns="0" bIns="0"/>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eaLnBrk="0" fontAlgn="base" hangingPunct="0">
              <a:lnSpc>
                <a:spcPct val="90000"/>
              </a:lnSpc>
              <a:spcBef>
                <a:spcPct val="0"/>
              </a:spcBef>
              <a:spcAft>
                <a:spcPct val="0"/>
              </a:spcAft>
              <a:buClr>
                <a:srgbClr val="777777"/>
              </a:buClr>
              <a:buSzPct val="80000"/>
              <a:defRPr/>
            </a:pPr>
            <a:r>
              <a:rPr lang="en-US" altLang="en-US" sz="1000" kern="0" dirty="0">
                <a:solidFill>
                  <a:srgbClr val="000000"/>
                </a:solidFill>
                <a:latin typeface="Book Antiqua" panose="02040602050305030304" pitchFamily="18" charset="0"/>
              </a:rPr>
              <a:t>Data </a:t>
            </a:r>
            <a:r>
              <a:rPr lang="en-US" altLang="en-US" sz="1000" kern="0" dirty="0" err="1">
                <a:solidFill>
                  <a:srgbClr val="000000"/>
                </a:solidFill>
                <a:latin typeface="Book Antiqua" panose="02040602050305030304" pitchFamily="18" charset="0"/>
              </a:rPr>
              <a:t>Keluhan</a:t>
            </a:r>
            <a:r>
              <a:rPr lang="en-US" altLang="en-US" sz="1000" kern="0" dirty="0">
                <a:solidFill>
                  <a:srgbClr val="000000"/>
                </a:solidFill>
                <a:latin typeface="Book Antiqua" panose="02040602050305030304" pitchFamily="18" charset="0"/>
              </a:rPr>
              <a:t> </a:t>
            </a:r>
            <a:r>
              <a:rPr lang="en-US" altLang="en-US" sz="1000" kern="0" dirty="0" err="1">
                <a:solidFill>
                  <a:srgbClr val="000000"/>
                </a:solidFill>
                <a:latin typeface="Book Antiqua" panose="02040602050305030304" pitchFamily="18" charset="0"/>
              </a:rPr>
              <a:t>Nasabah</a:t>
            </a:r>
            <a:endParaRPr kumimoji="0" lang="en-US" altLang="en-US" sz="1000" b="0" i="0" u="none" strike="noStrike" kern="0" cap="none" spc="0" normalizeH="0" baseline="0" noProof="0" dirty="0">
              <a:ln>
                <a:noFill/>
              </a:ln>
              <a:solidFill>
                <a:srgbClr val="000000"/>
              </a:solidFill>
              <a:effectLst/>
              <a:uLnTx/>
              <a:uFillTx/>
              <a:latin typeface="Book Antiqua" panose="02040602050305030304" pitchFamily="18" charset="0"/>
            </a:endParaRPr>
          </a:p>
        </p:txBody>
      </p:sp>
      <p:sp>
        <p:nvSpPr>
          <p:cNvPr id="47" name="AutoShape 107">
            <a:extLst>
              <a:ext uri="{FF2B5EF4-FFF2-40B4-BE49-F238E27FC236}">
                <a16:creationId xmlns:a16="http://schemas.microsoft.com/office/drawing/2014/main" id="{FD5403AE-D78B-4C4A-AB09-3EA68574D583}"/>
              </a:ext>
            </a:extLst>
          </p:cNvPr>
          <p:cNvSpPr>
            <a:spLocks noChangeArrowheads="1"/>
          </p:cNvSpPr>
          <p:nvPr/>
        </p:nvSpPr>
        <p:spPr bwMode="auto">
          <a:xfrm>
            <a:off x="5863690" y="2749673"/>
            <a:ext cx="266669" cy="172872"/>
          </a:xfrm>
          <a:prstGeom prst="diamond">
            <a:avLst/>
          </a:prstGeom>
          <a:solidFill>
            <a:schemeClr val="accent1"/>
          </a:solidFill>
          <a:ln w="3175">
            <a:noFill/>
            <a:miter lim="800000"/>
            <a:headEnd/>
            <a:tailEnd/>
          </a:ln>
          <a:effectLst/>
        </p:spPr>
        <p:txBody>
          <a:bodyPr wrap="none" lIns="90000" tIns="46800" rIns="90000" bIns="46800" anchor="ctr"/>
          <a:lstStyle>
            <a:lvl1pPr algn="ctr">
              <a:defRPr sz="600" b="1" i="1">
                <a:solidFill>
                  <a:srgbClr val="FF0000"/>
                </a:solidFill>
                <a:latin typeface="Arial" panose="020B0604020202020204" pitchFamily="34" charset="0"/>
                <a:cs typeface="Arial" panose="020B0604020202020204" pitchFamily="34" charset="0"/>
              </a:defRPr>
            </a:lvl1pPr>
            <a:lvl2pPr marL="742950" indent="-285750" algn="ctr">
              <a:defRPr sz="600" b="1" i="1">
                <a:solidFill>
                  <a:srgbClr val="FF0000"/>
                </a:solidFill>
                <a:latin typeface="Arial" panose="020B0604020202020204" pitchFamily="34" charset="0"/>
                <a:cs typeface="Arial" panose="020B0604020202020204" pitchFamily="34" charset="0"/>
              </a:defRPr>
            </a:lvl2pPr>
            <a:lvl3pPr marL="1143000" indent="-228600" algn="ctr">
              <a:defRPr sz="600" b="1" i="1">
                <a:solidFill>
                  <a:srgbClr val="FF0000"/>
                </a:solidFill>
                <a:latin typeface="Arial" panose="020B0604020202020204" pitchFamily="34" charset="0"/>
                <a:cs typeface="Arial" panose="020B0604020202020204" pitchFamily="34" charset="0"/>
              </a:defRPr>
            </a:lvl3pPr>
            <a:lvl4pPr marL="1600200" indent="-228600" algn="ctr">
              <a:defRPr sz="600" b="1" i="1">
                <a:solidFill>
                  <a:srgbClr val="FF0000"/>
                </a:solidFill>
                <a:latin typeface="Arial" panose="020B0604020202020204" pitchFamily="34" charset="0"/>
                <a:cs typeface="Arial" panose="020B0604020202020204" pitchFamily="34" charset="0"/>
              </a:defRPr>
            </a:lvl4pPr>
            <a:lvl5pPr marL="2057400" indent="-228600" algn="ctr">
              <a:defRPr sz="600" b="1" i="1">
                <a:solidFill>
                  <a:srgbClr val="FF0000"/>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600" b="1" i="1">
                <a:solidFill>
                  <a:srgbClr val="FF0000"/>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600" b="1" i="1">
                <a:solidFill>
                  <a:srgbClr val="FF0000"/>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600" b="1" i="1">
                <a:solidFill>
                  <a:srgbClr val="FF0000"/>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600" b="1" i="1">
                <a:solidFill>
                  <a:srgbClr val="FF0000"/>
                </a:solidFill>
                <a:latin typeface="Arial" panose="020B0604020202020204" pitchFamily="34" charset="0"/>
                <a:cs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 typeface="Wingdings" panose="05000000000000000000" pitchFamily="2" charset="2"/>
              <a:buNone/>
              <a:tabLst/>
              <a:defRPr/>
            </a:pPr>
            <a:r>
              <a:rPr kumimoji="0" lang="de-DE" altLang="en-US" sz="1000" b="0" i="0" u="none" strike="noStrike" kern="0" cap="none" spc="0" normalizeH="0" baseline="0" noProof="0">
                <a:ln>
                  <a:noFill/>
                </a:ln>
                <a:solidFill>
                  <a:schemeClr val="bg1"/>
                </a:solidFill>
                <a:effectLst/>
                <a:uLnTx/>
                <a:uFillTx/>
                <a:latin typeface="Book Antiqua" panose="02040602050305030304" pitchFamily="18" charset="0"/>
              </a:rPr>
              <a:t>R7</a:t>
            </a:r>
            <a:endParaRPr kumimoji="0" lang="en-US" altLang="en-US" sz="1000" b="0" i="0" u="none" strike="noStrike" kern="0" cap="none" spc="0" normalizeH="0" baseline="0" noProof="0" dirty="0">
              <a:ln>
                <a:noFill/>
              </a:ln>
              <a:solidFill>
                <a:schemeClr val="bg1"/>
              </a:solidFill>
              <a:effectLst/>
              <a:uLnTx/>
              <a:uFillTx/>
              <a:latin typeface="Book Antiqua" panose="02040602050305030304" pitchFamily="18" charset="0"/>
            </a:endParaRPr>
          </a:p>
        </p:txBody>
      </p:sp>
      <p:sp>
        <p:nvSpPr>
          <p:cNvPr id="48" name="Rectangle 47">
            <a:extLst>
              <a:ext uri="{FF2B5EF4-FFF2-40B4-BE49-F238E27FC236}">
                <a16:creationId xmlns:a16="http://schemas.microsoft.com/office/drawing/2014/main" id="{2C701CA0-8655-4722-9E1D-D8CB66FD165B}"/>
              </a:ext>
            </a:extLst>
          </p:cNvPr>
          <p:cNvSpPr>
            <a:spLocks/>
          </p:cNvSpPr>
          <p:nvPr/>
        </p:nvSpPr>
        <p:spPr>
          <a:xfrm>
            <a:off x="1509086" y="3560424"/>
            <a:ext cx="2011680" cy="2560320"/>
          </a:xfrm>
          <a:prstGeom prst="rect">
            <a:avLst/>
          </a:prstGeom>
          <a:solidFill>
            <a:schemeClr val="bg1"/>
          </a:solidFill>
          <a:ln w="6350">
            <a:solidFill>
              <a:srgbClr val="C7B8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latin typeface="Book Antiqua" panose="02040602050305030304" pitchFamily="18" charset="0"/>
            </a:endParaRPr>
          </a:p>
        </p:txBody>
      </p:sp>
      <p:sp>
        <p:nvSpPr>
          <p:cNvPr id="49" name="AutoShape 47">
            <a:extLst>
              <a:ext uri="{FF2B5EF4-FFF2-40B4-BE49-F238E27FC236}">
                <a16:creationId xmlns:a16="http://schemas.microsoft.com/office/drawing/2014/main" id="{48958935-BCD9-4AF4-A9F3-33D539CD5D7A}"/>
              </a:ext>
            </a:extLst>
          </p:cNvPr>
          <p:cNvSpPr>
            <a:spLocks noChangeArrowheads="1"/>
          </p:cNvSpPr>
          <p:nvPr/>
        </p:nvSpPr>
        <p:spPr bwMode="gray">
          <a:xfrm>
            <a:off x="1560871" y="3643973"/>
            <a:ext cx="168017" cy="193451"/>
          </a:xfrm>
          <a:prstGeom prst="flowChartConnector">
            <a:avLst/>
          </a:prstGeom>
          <a:solidFill>
            <a:srgbClr val="FFFF00"/>
          </a:solidFill>
          <a:ln w="3175">
            <a:noFill/>
            <a:round/>
            <a:headEnd/>
            <a:tailEnd/>
          </a:ln>
          <a:effectLst/>
          <a:extLs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0" tIns="0" rIns="0" bIns="0" anchor="ctr"/>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marL="0" marR="0" lvl="0" indent="0" algn="ctr" defTabSz="762000" eaLnBrk="0" fontAlgn="base" latinLnBrk="0" hangingPunct="0">
              <a:lnSpc>
                <a:spcPct val="100000"/>
              </a:lnSpc>
              <a:spcBef>
                <a:spcPct val="0"/>
              </a:spcBef>
              <a:spcAft>
                <a:spcPct val="0"/>
              </a:spcAft>
              <a:buClr>
                <a:srgbClr val="777777"/>
              </a:buClr>
              <a:buSzPct val="80000"/>
              <a:buFont typeface="Wingdings" panose="05000000000000000000" pitchFamily="2" charset="2"/>
              <a:buNone/>
              <a:tabLst/>
              <a:defRPr/>
            </a:pPr>
            <a:r>
              <a:rPr kumimoji="0" lang="de-DE" altLang="en-US" sz="1000" b="0" i="0" u="none" strike="noStrike" kern="0" cap="none" spc="0" normalizeH="0" baseline="0" noProof="0" dirty="0">
                <a:ln>
                  <a:noFill/>
                </a:ln>
                <a:effectLst/>
                <a:uLnTx/>
                <a:uFillTx/>
                <a:latin typeface="Book Antiqua" panose="02040602050305030304" pitchFamily="18" charset="0"/>
              </a:rPr>
              <a:t>E1	</a:t>
            </a:r>
            <a:endParaRPr kumimoji="0" lang="en-GB" altLang="en-US" sz="1000" b="0" i="0" u="none" strike="noStrike" kern="0" cap="none" spc="0" normalizeH="0" baseline="0" noProof="0" dirty="0">
              <a:ln>
                <a:noFill/>
              </a:ln>
              <a:effectLst/>
              <a:uLnTx/>
              <a:uFillTx/>
              <a:latin typeface="Book Antiqua" panose="02040602050305030304" pitchFamily="18" charset="0"/>
            </a:endParaRPr>
          </a:p>
        </p:txBody>
      </p:sp>
      <p:sp>
        <p:nvSpPr>
          <p:cNvPr id="50" name="AutoShape 50">
            <a:extLst>
              <a:ext uri="{FF2B5EF4-FFF2-40B4-BE49-F238E27FC236}">
                <a16:creationId xmlns:a16="http://schemas.microsoft.com/office/drawing/2014/main" id="{B3606B87-CD96-44ED-85DB-3584E519364D}"/>
              </a:ext>
            </a:extLst>
          </p:cNvPr>
          <p:cNvSpPr>
            <a:spLocks noChangeArrowheads="1"/>
          </p:cNvSpPr>
          <p:nvPr/>
        </p:nvSpPr>
        <p:spPr bwMode="gray">
          <a:xfrm>
            <a:off x="1560871" y="4050539"/>
            <a:ext cx="168017" cy="193451"/>
          </a:xfrm>
          <a:prstGeom prst="flowChartConnector">
            <a:avLst/>
          </a:prstGeom>
          <a:solidFill>
            <a:srgbClr val="FFFF00"/>
          </a:solidFill>
          <a:ln w="3175">
            <a:noFill/>
            <a:round/>
            <a:headEnd/>
            <a:tailEnd/>
          </a:ln>
          <a:effectLst/>
          <a:extLs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0" tIns="0" rIns="0" bIns="0" anchor="ctr"/>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marL="0" marR="0" lvl="0" indent="0" algn="ctr" defTabSz="762000" eaLnBrk="0" fontAlgn="base" latinLnBrk="0" hangingPunct="0">
              <a:lnSpc>
                <a:spcPct val="100000"/>
              </a:lnSpc>
              <a:spcBef>
                <a:spcPct val="0"/>
              </a:spcBef>
              <a:spcAft>
                <a:spcPct val="0"/>
              </a:spcAft>
              <a:buClr>
                <a:srgbClr val="777777"/>
              </a:buClr>
              <a:buSzPct val="80000"/>
              <a:buFont typeface="Wingdings" panose="05000000000000000000" pitchFamily="2" charset="2"/>
              <a:buNone/>
              <a:tabLst/>
              <a:defRPr/>
            </a:pPr>
            <a:r>
              <a:rPr kumimoji="0" lang="de-DE" altLang="en-US" sz="1000" b="0" i="0" u="none" strike="noStrike" kern="0" cap="none" spc="0" normalizeH="0" baseline="0" noProof="0" dirty="0">
                <a:ln>
                  <a:noFill/>
                </a:ln>
                <a:effectLst/>
                <a:uLnTx/>
                <a:uFillTx/>
                <a:latin typeface="Book Antiqua" panose="02040602050305030304" pitchFamily="18" charset="0"/>
              </a:rPr>
              <a:t>E3</a:t>
            </a:r>
            <a:endParaRPr kumimoji="0" lang="en-GB" altLang="en-US" sz="1000" b="0" i="0" u="none" strike="noStrike" kern="0" cap="none" spc="0" normalizeH="0" baseline="0" noProof="0" dirty="0">
              <a:ln>
                <a:noFill/>
              </a:ln>
              <a:effectLst/>
              <a:uLnTx/>
              <a:uFillTx/>
              <a:latin typeface="Book Antiqua" panose="02040602050305030304" pitchFamily="18" charset="0"/>
            </a:endParaRPr>
          </a:p>
        </p:txBody>
      </p:sp>
      <p:sp>
        <p:nvSpPr>
          <p:cNvPr id="51" name="AutoShape 53">
            <a:extLst>
              <a:ext uri="{FF2B5EF4-FFF2-40B4-BE49-F238E27FC236}">
                <a16:creationId xmlns:a16="http://schemas.microsoft.com/office/drawing/2014/main" id="{F88E1223-FBC5-41CB-9D9F-5EF7E5D4CEF3}"/>
              </a:ext>
            </a:extLst>
          </p:cNvPr>
          <p:cNvSpPr>
            <a:spLocks noChangeArrowheads="1"/>
          </p:cNvSpPr>
          <p:nvPr/>
        </p:nvSpPr>
        <p:spPr bwMode="gray">
          <a:xfrm>
            <a:off x="1560871" y="4253819"/>
            <a:ext cx="168017" cy="193451"/>
          </a:xfrm>
          <a:prstGeom prst="flowChartConnector">
            <a:avLst/>
          </a:prstGeom>
          <a:solidFill>
            <a:srgbClr val="FFFF00"/>
          </a:solidFill>
          <a:ln w="3175">
            <a:noFill/>
            <a:round/>
            <a:headEnd/>
            <a:tailEnd/>
          </a:ln>
          <a:effectLst/>
          <a:extLs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0" tIns="0" rIns="0" bIns="0" anchor="ctr"/>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marL="0" marR="0" lvl="0" indent="0" algn="ctr" defTabSz="762000" eaLnBrk="0" fontAlgn="base" latinLnBrk="0" hangingPunct="0">
              <a:lnSpc>
                <a:spcPct val="100000"/>
              </a:lnSpc>
              <a:spcBef>
                <a:spcPct val="0"/>
              </a:spcBef>
              <a:spcAft>
                <a:spcPct val="0"/>
              </a:spcAft>
              <a:buClr>
                <a:srgbClr val="777777"/>
              </a:buClr>
              <a:buSzPct val="80000"/>
              <a:buFont typeface="Wingdings" panose="05000000000000000000" pitchFamily="2" charset="2"/>
              <a:buNone/>
              <a:tabLst/>
              <a:defRPr/>
            </a:pPr>
            <a:r>
              <a:rPr kumimoji="0" lang="de-DE" altLang="en-US" sz="1000" b="0" i="0" u="none" strike="noStrike" kern="0" cap="none" spc="0" normalizeH="0" baseline="0" noProof="0" dirty="0">
                <a:ln>
                  <a:noFill/>
                </a:ln>
                <a:effectLst/>
                <a:uLnTx/>
                <a:uFillTx/>
                <a:latin typeface="Book Antiqua" panose="02040602050305030304" pitchFamily="18" charset="0"/>
              </a:rPr>
              <a:t>E4</a:t>
            </a:r>
            <a:endParaRPr kumimoji="0" lang="en-GB" altLang="en-US" sz="1000" b="0" i="0" u="none" strike="noStrike" kern="0" cap="none" spc="0" normalizeH="0" baseline="0" noProof="0" dirty="0">
              <a:ln>
                <a:noFill/>
              </a:ln>
              <a:effectLst/>
              <a:uLnTx/>
              <a:uFillTx/>
              <a:latin typeface="Book Antiqua" panose="02040602050305030304" pitchFamily="18" charset="0"/>
            </a:endParaRPr>
          </a:p>
        </p:txBody>
      </p:sp>
      <p:sp>
        <p:nvSpPr>
          <p:cNvPr id="52" name="AutoShape 56">
            <a:extLst>
              <a:ext uri="{FF2B5EF4-FFF2-40B4-BE49-F238E27FC236}">
                <a16:creationId xmlns:a16="http://schemas.microsoft.com/office/drawing/2014/main" id="{01697127-BD3F-4022-80FA-8EB5FF32B06E}"/>
              </a:ext>
            </a:extLst>
          </p:cNvPr>
          <p:cNvSpPr>
            <a:spLocks noChangeArrowheads="1"/>
          </p:cNvSpPr>
          <p:nvPr/>
        </p:nvSpPr>
        <p:spPr bwMode="gray">
          <a:xfrm>
            <a:off x="1560871" y="3847259"/>
            <a:ext cx="168017" cy="193451"/>
          </a:xfrm>
          <a:prstGeom prst="flowChartConnector">
            <a:avLst/>
          </a:prstGeom>
          <a:solidFill>
            <a:srgbClr val="FFFF00"/>
          </a:solidFill>
          <a:ln w="3175">
            <a:noFill/>
            <a:round/>
            <a:headEnd/>
            <a:tailEnd/>
          </a:ln>
          <a:effectLst/>
          <a:extLs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0" tIns="0" rIns="0" bIns="0" anchor="ctr"/>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marL="0" marR="0" lvl="0" indent="0" algn="ctr" defTabSz="762000" eaLnBrk="0" fontAlgn="base" latinLnBrk="0" hangingPunct="0">
              <a:lnSpc>
                <a:spcPct val="100000"/>
              </a:lnSpc>
              <a:spcBef>
                <a:spcPct val="0"/>
              </a:spcBef>
              <a:spcAft>
                <a:spcPct val="0"/>
              </a:spcAft>
              <a:buClr>
                <a:srgbClr val="777777"/>
              </a:buClr>
              <a:buSzPct val="80000"/>
              <a:buFont typeface="Wingdings" panose="05000000000000000000" pitchFamily="2" charset="2"/>
              <a:buNone/>
              <a:tabLst/>
              <a:defRPr/>
            </a:pPr>
            <a:r>
              <a:rPr lang="de-DE" altLang="en-US" sz="1000" kern="0" dirty="0">
                <a:latin typeface="Book Antiqua" panose="02040602050305030304" pitchFamily="18" charset="0"/>
              </a:rPr>
              <a:t>E2</a:t>
            </a:r>
            <a:endParaRPr kumimoji="0" lang="en-GB" altLang="en-US" sz="1000" b="0" i="0" u="none" strike="noStrike" kern="0" cap="none" spc="0" normalizeH="0" baseline="0" noProof="0" dirty="0">
              <a:ln>
                <a:noFill/>
              </a:ln>
              <a:effectLst/>
              <a:uLnTx/>
              <a:uFillTx/>
              <a:latin typeface="Book Antiqua" panose="02040602050305030304" pitchFamily="18" charset="0"/>
            </a:endParaRPr>
          </a:p>
        </p:txBody>
      </p:sp>
      <p:sp>
        <p:nvSpPr>
          <p:cNvPr id="53" name="AutoShape 59">
            <a:extLst>
              <a:ext uri="{FF2B5EF4-FFF2-40B4-BE49-F238E27FC236}">
                <a16:creationId xmlns:a16="http://schemas.microsoft.com/office/drawing/2014/main" id="{287CCBF6-F879-4398-A3DD-5EA600801EF3}"/>
              </a:ext>
            </a:extLst>
          </p:cNvPr>
          <p:cNvSpPr>
            <a:spLocks noChangeArrowheads="1"/>
          </p:cNvSpPr>
          <p:nvPr/>
        </p:nvSpPr>
        <p:spPr bwMode="gray">
          <a:xfrm>
            <a:off x="1560871" y="4457093"/>
            <a:ext cx="168017" cy="194824"/>
          </a:xfrm>
          <a:prstGeom prst="flowChartConnector">
            <a:avLst/>
          </a:prstGeom>
          <a:solidFill>
            <a:srgbClr val="FFFF00"/>
          </a:solidFill>
          <a:ln w="3175">
            <a:noFill/>
            <a:round/>
            <a:headEnd/>
            <a:tailEnd/>
          </a:ln>
          <a:effectLst/>
          <a:extLs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0" tIns="0" rIns="0" bIns="0" anchor="ctr"/>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marL="0" marR="0" lvl="0" indent="0" algn="ctr" defTabSz="762000" eaLnBrk="0" fontAlgn="base" latinLnBrk="0" hangingPunct="0">
              <a:lnSpc>
                <a:spcPct val="100000"/>
              </a:lnSpc>
              <a:spcBef>
                <a:spcPct val="0"/>
              </a:spcBef>
              <a:spcAft>
                <a:spcPct val="0"/>
              </a:spcAft>
              <a:buClr>
                <a:srgbClr val="777777"/>
              </a:buClr>
              <a:buSzPct val="80000"/>
              <a:buFont typeface="Wingdings" panose="05000000000000000000" pitchFamily="2" charset="2"/>
              <a:buNone/>
              <a:tabLst/>
              <a:defRPr/>
            </a:pPr>
            <a:r>
              <a:rPr kumimoji="0" lang="de-DE" altLang="en-US" sz="1000" b="0" i="0" u="none" strike="noStrike" kern="0" cap="none" spc="0" normalizeH="0" baseline="0" noProof="0" dirty="0">
                <a:ln>
                  <a:noFill/>
                </a:ln>
                <a:effectLst/>
                <a:uLnTx/>
                <a:uFillTx/>
                <a:latin typeface="Book Antiqua" panose="02040602050305030304" pitchFamily="18" charset="0"/>
              </a:rPr>
              <a:t>E5</a:t>
            </a:r>
            <a:endParaRPr kumimoji="0" lang="en-GB" altLang="en-US" sz="1000" b="0" i="0" u="none" strike="noStrike" kern="0" cap="none" spc="0" normalizeH="0" baseline="0" noProof="0" dirty="0">
              <a:ln>
                <a:noFill/>
              </a:ln>
              <a:effectLst/>
              <a:uLnTx/>
              <a:uFillTx/>
              <a:latin typeface="Book Antiqua" panose="02040602050305030304" pitchFamily="18" charset="0"/>
            </a:endParaRPr>
          </a:p>
        </p:txBody>
      </p:sp>
      <p:sp>
        <p:nvSpPr>
          <p:cNvPr id="54" name="AutoShape 62">
            <a:extLst>
              <a:ext uri="{FF2B5EF4-FFF2-40B4-BE49-F238E27FC236}">
                <a16:creationId xmlns:a16="http://schemas.microsoft.com/office/drawing/2014/main" id="{282D25AF-EA31-4F5C-AB68-5C5C03B5FEF8}"/>
              </a:ext>
            </a:extLst>
          </p:cNvPr>
          <p:cNvSpPr>
            <a:spLocks noChangeArrowheads="1"/>
          </p:cNvSpPr>
          <p:nvPr/>
        </p:nvSpPr>
        <p:spPr bwMode="gray">
          <a:xfrm>
            <a:off x="1560871" y="4661746"/>
            <a:ext cx="168017" cy="194824"/>
          </a:xfrm>
          <a:prstGeom prst="flowChartConnector">
            <a:avLst/>
          </a:prstGeom>
          <a:solidFill>
            <a:srgbClr val="FFFF00"/>
          </a:solidFill>
          <a:ln w="3175">
            <a:noFill/>
            <a:round/>
            <a:headEnd/>
            <a:tailEnd/>
          </a:ln>
          <a:effectLst/>
          <a:extLs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0" tIns="0" rIns="0" bIns="0" anchor="ctr"/>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marL="0" marR="0" lvl="0" indent="0" algn="ctr" defTabSz="762000" eaLnBrk="0" fontAlgn="base" latinLnBrk="0" hangingPunct="0">
              <a:lnSpc>
                <a:spcPct val="100000"/>
              </a:lnSpc>
              <a:spcBef>
                <a:spcPct val="0"/>
              </a:spcBef>
              <a:spcAft>
                <a:spcPct val="0"/>
              </a:spcAft>
              <a:buClr>
                <a:srgbClr val="777777"/>
              </a:buClr>
              <a:buSzPct val="80000"/>
              <a:buFont typeface="Wingdings" panose="05000000000000000000" pitchFamily="2" charset="2"/>
              <a:buNone/>
              <a:tabLst/>
              <a:defRPr/>
            </a:pPr>
            <a:r>
              <a:rPr kumimoji="0" lang="en-GB" altLang="en-US" sz="1000" b="0" i="0" u="none" strike="noStrike" kern="0" cap="none" spc="0" normalizeH="0" baseline="0" noProof="0" dirty="0">
                <a:ln>
                  <a:noFill/>
                </a:ln>
                <a:effectLst/>
                <a:uLnTx/>
                <a:uFillTx/>
                <a:latin typeface="Book Antiqua" panose="02040602050305030304" pitchFamily="18" charset="0"/>
              </a:rPr>
              <a:t>E6</a:t>
            </a:r>
          </a:p>
        </p:txBody>
      </p:sp>
      <p:sp>
        <p:nvSpPr>
          <p:cNvPr id="55" name="Rectangle 78">
            <a:extLst>
              <a:ext uri="{FF2B5EF4-FFF2-40B4-BE49-F238E27FC236}">
                <a16:creationId xmlns:a16="http://schemas.microsoft.com/office/drawing/2014/main" id="{8DEC7245-CF60-4069-8C59-285921811C0E}"/>
              </a:ext>
            </a:extLst>
          </p:cNvPr>
          <p:cNvSpPr>
            <a:spLocks noChangeArrowheads="1"/>
          </p:cNvSpPr>
          <p:nvPr/>
        </p:nvSpPr>
        <p:spPr bwMode="auto">
          <a:xfrm>
            <a:off x="1509086" y="3325475"/>
            <a:ext cx="2011680" cy="244366"/>
          </a:xfrm>
          <a:prstGeom prst="rect">
            <a:avLst/>
          </a:prstGeom>
          <a:solidFill>
            <a:srgbClr val="706138"/>
          </a:solidFill>
          <a:ln w="3175">
            <a:solidFill>
              <a:srgbClr val="C7B88F"/>
            </a:solidFill>
            <a:miter lim="800000"/>
            <a:headEnd/>
            <a:tailEnd/>
          </a:ln>
          <a:effectLst/>
        </p:spPr>
        <p:txBody>
          <a:bodyPr wrap="none" lIns="54610" tIns="54610" rIns="54610" bIns="54610" anchor="ctr"/>
          <a:lstStyle>
            <a:lvl1pPr marL="187325" indent="-187325"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algn="ctr" eaLnBrk="0" fontAlgn="base" hangingPunct="0">
              <a:lnSpc>
                <a:spcPct val="90000"/>
              </a:lnSpc>
              <a:spcBef>
                <a:spcPct val="0"/>
              </a:spcBef>
              <a:spcAft>
                <a:spcPct val="0"/>
              </a:spcAft>
              <a:buClr>
                <a:srgbClr val="777777"/>
              </a:buClr>
              <a:buSzPct val="80000"/>
              <a:defRPr/>
            </a:pPr>
            <a:r>
              <a:rPr lang="en-US" altLang="en-US" sz="1200" b="1" kern="0" dirty="0">
                <a:solidFill>
                  <a:schemeClr val="bg1"/>
                </a:solidFill>
                <a:latin typeface="Book Antiqua" panose="02040602050305030304" pitchFamily="18" charset="0"/>
              </a:rPr>
              <a:t>Data Manajemen Perusahaan</a:t>
            </a:r>
            <a:endParaRPr kumimoji="0" lang="en-US" altLang="en-US" sz="1200" b="1" i="0" u="none" strike="noStrike" kern="0" cap="none" spc="0" normalizeH="0" baseline="0" noProof="0" dirty="0">
              <a:ln>
                <a:noFill/>
              </a:ln>
              <a:solidFill>
                <a:schemeClr val="bg1"/>
              </a:solidFill>
              <a:effectLst/>
              <a:uLnTx/>
              <a:uFillTx/>
              <a:latin typeface="Book Antiqua" panose="02040602050305030304" pitchFamily="18" charset="0"/>
            </a:endParaRPr>
          </a:p>
        </p:txBody>
      </p:sp>
      <p:sp>
        <p:nvSpPr>
          <p:cNvPr id="56" name="AutoShape 59">
            <a:extLst>
              <a:ext uri="{FF2B5EF4-FFF2-40B4-BE49-F238E27FC236}">
                <a16:creationId xmlns:a16="http://schemas.microsoft.com/office/drawing/2014/main" id="{54F6DA04-C7B1-4D98-9C16-B75CE1BBE3A6}"/>
              </a:ext>
            </a:extLst>
          </p:cNvPr>
          <p:cNvSpPr>
            <a:spLocks noChangeArrowheads="1"/>
          </p:cNvSpPr>
          <p:nvPr/>
        </p:nvSpPr>
        <p:spPr bwMode="gray">
          <a:xfrm>
            <a:off x="1560871" y="4866399"/>
            <a:ext cx="168017" cy="194824"/>
          </a:xfrm>
          <a:prstGeom prst="flowChartConnector">
            <a:avLst/>
          </a:prstGeom>
          <a:solidFill>
            <a:srgbClr val="FFFF00"/>
          </a:solidFill>
          <a:ln w="3175">
            <a:noFill/>
            <a:round/>
            <a:headEnd/>
            <a:tailEnd/>
          </a:ln>
          <a:effectLst/>
          <a:extLs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0" tIns="0" rIns="0" bIns="0" anchor="ctr"/>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marL="0" marR="0" lvl="0" indent="0" algn="ctr" defTabSz="762000" eaLnBrk="0" fontAlgn="base" latinLnBrk="0" hangingPunct="0">
              <a:lnSpc>
                <a:spcPct val="100000"/>
              </a:lnSpc>
              <a:spcBef>
                <a:spcPct val="0"/>
              </a:spcBef>
              <a:spcAft>
                <a:spcPct val="0"/>
              </a:spcAft>
              <a:buClr>
                <a:srgbClr val="777777"/>
              </a:buClr>
              <a:buSzPct val="80000"/>
              <a:buFont typeface="Wingdings" panose="05000000000000000000" pitchFamily="2" charset="2"/>
              <a:buNone/>
              <a:tabLst/>
              <a:defRPr/>
            </a:pPr>
            <a:r>
              <a:rPr kumimoji="0" lang="en-GB" altLang="en-US" sz="1000" b="0" i="0" u="none" strike="noStrike" kern="0" cap="none" spc="0" normalizeH="0" baseline="0" noProof="0">
                <a:ln>
                  <a:noFill/>
                </a:ln>
                <a:effectLst/>
                <a:uLnTx/>
                <a:uFillTx/>
                <a:latin typeface="Book Antiqua" panose="02040602050305030304" pitchFamily="18" charset="0"/>
              </a:rPr>
              <a:t>E7</a:t>
            </a:r>
            <a:endParaRPr kumimoji="0" lang="en-GB" altLang="en-US" sz="1000" b="0" i="0" u="none" strike="noStrike" kern="0" cap="none" spc="0" normalizeH="0" baseline="0" noProof="0" dirty="0">
              <a:ln>
                <a:noFill/>
              </a:ln>
              <a:effectLst/>
              <a:uLnTx/>
              <a:uFillTx/>
              <a:latin typeface="Book Antiqua" panose="02040602050305030304" pitchFamily="18" charset="0"/>
            </a:endParaRPr>
          </a:p>
        </p:txBody>
      </p:sp>
      <p:sp>
        <p:nvSpPr>
          <p:cNvPr id="57" name="Rectangle 46">
            <a:extLst>
              <a:ext uri="{FF2B5EF4-FFF2-40B4-BE49-F238E27FC236}">
                <a16:creationId xmlns:a16="http://schemas.microsoft.com/office/drawing/2014/main" id="{0DA4B155-F05D-405B-A800-06F089607B96}"/>
              </a:ext>
            </a:extLst>
          </p:cNvPr>
          <p:cNvSpPr>
            <a:spLocks noChangeArrowheads="1"/>
          </p:cNvSpPr>
          <p:nvPr/>
        </p:nvSpPr>
        <p:spPr bwMode="gray">
          <a:xfrm>
            <a:off x="1805449" y="3674511"/>
            <a:ext cx="1784096" cy="157779"/>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lIns="0" tIns="0" rIns="0" bIns="0"/>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eaLnBrk="0" fontAlgn="base" hangingPunct="0">
              <a:lnSpc>
                <a:spcPct val="90000"/>
              </a:lnSpc>
              <a:spcBef>
                <a:spcPct val="0"/>
              </a:spcBef>
              <a:spcAft>
                <a:spcPct val="0"/>
              </a:spcAft>
              <a:buClr>
                <a:srgbClr val="777777"/>
              </a:buClr>
              <a:buSzPct val="80000"/>
              <a:defRPr/>
            </a:pPr>
            <a:r>
              <a:rPr lang="en-US" altLang="en-US" sz="1000" kern="0" dirty="0">
                <a:solidFill>
                  <a:srgbClr val="000000"/>
                </a:solidFill>
                <a:latin typeface="Book Antiqua" panose="02040602050305030304" pitchFamily="18" charset="0"/>
              </a:rPr>
              <a:t>Data </a:t>
            </a:r>
            <a:r>
              <a:rPr lang="en-US" altLang="en-US" sz="1000" kern="0" dirty="0" err="1">
                <a:solidFill>
                  <a:srgbClr val="000000"/>
                </a:solidFill>
                <a:latin typeface="Book Antiqua" panose="02040602050305030304" pitchFamily="18" charset="0"/>
              </a:rPr>
              <a:t>Pembukuan</a:t>
            </a:r>
            <a:endParaRPr kumimoji="0" lang="en-US" altLang="en-US" sz="1000" b="0" i="0" u="none" strike="noStrike" kern="0" cap="none" spc="0" normalizeH="0" baseline="0" noProof="0" dirty="0">
              <a:ln>
                <a:noFill/>
              </a:ln>
              <a:solidFill>
                <a:srgbClr val="000000"/>
              </a:solidFill>
              <a:effectLst/>
              <a:uLnTx/>
              <a:uFillTx/>
              <a:latin typeface="Book Antiqua" panose="02040602050305030304" pitchFamily="18" charset="0"/>
            </a:endParaRPr>
          </a:p>
        </p:txBody>
      </p:sp>
      <p:sp>
        <p:nvSpPr>
          <p:cNvPr id="58" name="Rectangle 49">
            <a:extLst>
              <a:ext uri="{FF2B5EF4-FFF2-40B4-BE49-F238E27FC236}">
                <a16:creationId xmlns:a16="http://schemas.microsoft.com/office/drawing/2014/main" id="{054CF9A1-E452-4242-B710-76EF5FB76A65}"/>
              </a:ext>
            </a:extLst>
          </p:cNvPr>
          <p:cNvSpPr>
            <a:spLocks noChangeArrowheads="1"/>
          </p:cNvSpPr>
          <p:nvPr/>
        </p:nvSpPr>
        <p:spPr bwMode="gray">
          <a:xfrm>
            <a:off x="1805449" y="4088755"/>
            <a:ext cx="1784096" cy="181104"/>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lIns="0" tIns="0" rIns="0" bIns="0"/>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eaLnBrk="0" fontAlgn="base" hangingPunct="0">
              <a:lnSpc>
                <a:spcPct val="90000"/>
              </a:lnSpc>
              <a:spcBef>
                <a:spcPct val="0"/>
              </a:spcBef>
              <a:spcAft>
                <a:spcPct val="0"/>
              </a:spcAft>
              <a:buClr>
                <a:srgbClr val="777777"/>
              </a:buClr>
              <a:buSzPct val="80000"/>
              <a:defRPr/>
            </a:pPr>
            <a:r>
              <a:rPr lang="de-DE" altLang="en-US" sz="1000" kern="0" dirty="0">
                <a:solidFill>
                  <a:srgbClr val="000000"/>
                </a:solidFill>
                <a:latin typeface="Book Antiqua" panose="02040602050305030304" pitchFamily="18" charset="0"/>
              </a:rPr>
              <a:t>Data Pengadaan</a:t>
            </a:r>
            <a:endParaRPr kumimoji="0" lang="en-GB" altLang="en-US" sz="1000" b="0" i="0" u="none" strike="noStrike" kern="0" cap="none" spc="0" normalizeH="0" baseline="0" noProof="0" dirty="0">
              <a:ln>
                <a:noFill/>
              </a:ln>
              <a:solidFill>
                <a:srgbClr val="000000"/>
              </a:solidFill>
              <a:effectLst/>
              <a:uLnTx/>
              <a:uFillTx/>
              <a:latin typeface="Book Antiqua" panose="02040602050305030304" pitchFamily="18" charset="0"/>
            </a:endParaRPr>
          </a:p>
        </p:txBody>
      </p:sp>
      <p:sp>
        <p:nvSpPr>
          <p:cNvPr id="59" name="Rectangle 52">
            <a:extLst>
              <a:ext uri="{FF2B5EF4-FFF2-40B4-BE49-F238E27FC236}">
                <a16:creationId xmlns:a16="http://schemas.microsoft.com/office/drawing/2014/main" id="{9A2F0D2B-6B79-45B4-95D1-42EBBFF3D026}"/>
              </a:ext>
            </a:extLst>
          </p:cNvPr>
          <p:cNvSpPr>
            <a:spLocks noChangeArrowheads="1"/>
          </p:cNvSpPr>
          <p:nvPr/>
        </p:nvSpPr>
        <p:spPr bwMode="gray">
          <a:xfrm>
            <a:off x="1805449" y="4296978"/>
            <a:ext cx="1784096" cy="156408"/>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lIns="0" tIns="0" rIns="0" bIns="0"/>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eaLnBrk="0" fontAlgn="base" hangingPunct="0">
              <a:lnSpc>
                <a:spcPct val="90000"/>
              </a:lnSpc>
              <a:spcBef>
                <a:spcPct val="0"/>
              </a:spcBef>
              <a:spcAft>
                <a:spcPct val="0"/>
              </a:spcAft>
              <a:buClr>
                <a:srgbClr val="777777"/>
              </a:buClr>
              <a:buSzPct val="80000"/>
              <a:defRPr/>
            </a:pPr>
            <a:r>
              <a:rPr lang="en-US" altLang="en-US" sz="1000" kern="0" dirty="0">
                <a:solidFill>
                  <a:srgbClr val="000000"/>
                </a:solidFill>
                <a:latin typeface="Book Antiqua" panose="02040602050305030304" pitchFamily="18" charset="0"/>
              </a:rPr>
              <a:t>Data </a:t>
            </a:r>
            <a:r>
              <a:rPr lang="en-US" altLang="en-US" sz="1000" kern="0" dirty="0" err="1">
                <a:solidFill>
                  <a:srgbClr val="000000"/>
                </a:solidFill>
                <a:latin typeface="Book Antiqua" panose="02040602050305030304" pitchFamily="18" charset="0"/>
              </a:rPr>
              <a:t>Kinerja</a:t>
            </a:r>
            <a:endParaRPr kumimoji="0" lang="en-US" altLang="en-US" sz="1000" b="0" i="0" u="none" strike="noStrike" kern="0" cap="none" spc="0" normalizeH="0" baseline="0" noProof="0" dirty="0">
              <a:ln>
                <a:noFill/>
              </a:ln>
              <a:solidFill>
                <a:srgbClr val="000000"/>
              </a:solidFill>
              <a:effectLst/>
              <a:uLnTx/>
              <a:uFillTx/>
              <a:latin typeface="Book Antiqua" panose="02040602050305030304" pitchFamily="18" charset="0"/>
            </a:endParaRPr>
          </a:p>
        </p:txBody>
      </p:sp>
      <p:sp>
        <p:nvSpPr>
          <p:cNvPr id="60" name="Rectangle 55">
            <a:extLst>
              <a:ext uri="{FF2B5EF4-FFF2-40B4-BE49-F238E27FC236}">
                <a16:creationId xmlns:a16="http://schemas.microsoft.com/office/drawing/2014/main" id="{CD30D50F-AE4E-474B-9B84-42407868EE48}"/>
              </a:ext>
            </a:extLst>
          </p:cNvPr>
          <p:cNvSpPr>
            <a:spLocks noChangeArrowheads="1"/>
          </p:cNvSpPr>
          <p:nvPr/>
        </p:nvSpPr>
        <p:spPr bwMode="gray">
          <a:xfrm>
            <a:off x="1805449" y="3891163"/>
            <a:ext cx="1784096" cy="157779"/>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lIns="0" tIns="0" rIns="0" bIns="0"/>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eaLnBrk="0" fontAlgn="base" hangingPunct="0">
              <a:lnSpc>
                <a:spcPct val="90000"/>
              </a:lnSpc>
              <a:spcBef>
                <a:spcPct val="0"/>
              </a:spcBef>
              <a:spcAft>
                <a:spcPct val="0"/>
              </a:spcAft>
              <a:buClr>
                <a:srgbClr val="777777"/>
              </a:buClr>
              <a:buSzPct val="80000"/>
              <a:defRPr/>
            </a:pPr>
            <a:r>
              <a:rPr lang="en-US" altLang="en-US" sz="1000" kern="0" dirty="0">
                <a:solidFill>
                  <a:srgbClr val="000000"/>
                </a:solidFill>
                <a:latin typeface="Book Antiqua" panose="02040602050305030304" pitchFamily="18" charset="0"/>
              </a:rPr>
              <a:t>Data Keuangan</a:t>
            </a:r>
            <a:endParaRPr kumimoji="0" lang="en-US" altLang="en-US" sz="1000" b="0" i="0" u="none" strike="noStrike" kern="0" cap="none" spc="0" normalizeH="0" baseline="0" noProof="0" dirty="0">
              <a:ln>
                <a:noFill/>
              </a:ln>
              <a:solidFill>
                <a:srgbClr val="000000"/>
              </a:solidFill>
              <a:effectLst/>
              <a:uLnTx/>
              <a:uFillTx/>
              <a:latin typeface="Book Antiqua" panose="02040602050305030304" pitchFamily="18" charset="0"/>
            </a:endParaRPr>
          </a:p>
        </p:txBody>
      </p:sp>
      <p:sp>
        <p:nvSpPr>
          <p:cNvPr id="61" name="Rectangle 58">
            <a:extLst>
              <a:ext uri="{FF2B5EF4-FFF2-40B4-BE49-F238E27FC236}">
                <a16:creationId xmlns:a16="http://schemas.microsoft.com/office/drawing/2014/main" id="{11D84529-342D-441C-9714-FD301741878E}"/>
              </a:ext>
            </a:extLst>
          </p:cNvPr>
          <p:cNvSpPr>
            <a:spLocks noChangeArrowheads="1"/>
          </p:cNvSpPr>
          <p:nvPr/>
        </p:nvSpPr>
        <p:spPr bwMode="gray">
          <a:xfrm>
            <a:off x="1805449" y="4493205"/>
            <a:ext cx="1784096" cy="157780"/>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lIns="0" tIns="0" rIns="0" bIns="0"/>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eaLnBrk="0" fontAlgn="base" hangingPunct="0">
              <a:lnSpc>
                <a:spcPct val="90000"/>
              </a:lnSpc>
              <a:spcBef>
                <a:spcPct val="0"/>
              </a:spcBef>
              <a:spcAft>
                <a:spcPct val="0"/>
              </a:spcAft>
              <a:buClr>
                <a:srgbClr val="777777"/>
              </a:buClr>
              <a:buSzPct val="80000"/>
              <a:defRPr/>
            </a:pPr>
            <a:r>
              <a:rPr lang="en-US" altLang="en-US" sz="1000" kern="0" dirty="0">
                <a:solidFill>
                  <a:srgbClr val="000000"/>
                </a:solidFill>
                <a:latin typeface="Book Antiqua" panose="02040602050305030304" pitchFamily="18" charset="0"/>
              </a:rPr>
              <a:t>Data SDM</a:t>
            </a:r>
            <a:endParaRPr kumimoji="0" lang="en-US" altLang="en-US" sz="1000" b="0" i="0" u="none" strike="noStrike" kern="0" cap="none" spc="0" normalizeH="0" baseline="0" noProof="0" dirty="0">
              <a:ln>
                <a:noFill/>
              </a:ln>
              <a:solidFill>
                <a:srgbClr val="000000"/>
              </a:solidFill>
              <a:effectLst/>
              <a:uLnTx/>
              <a:uFillTx/>
              <a:latin typeface="Book Antiqua" panose="02040602050305030304" pitchFamily="18" charset="0"/>
            </a:endParaRPr>
          </a:p>
        </p:txBody>
      </p:sp>
      <p:sp>
        <p:nvSpPr>
          <p:cNvPr id="62" name="Rectangle 61">
            <a:extLst>
              <a:ext uri="{FF2B5EF4-FFF2-40B4-BE49-F238E27FC236}">
                <a16:creationId xmlns:a16="http://schemas.microsoft.com/office/drawing/2014/main" id="{98AF7DFF-3106-460F-BC7C-FBDE5C61B0F5}"/>
              </a:ext>
            </a:extLst>
          </p:cNvPr>
          <p:cNvSpPr>
            <a:spLocks noChangeArrowheads="1"/>
          </p:cNvSpPr>
          <p:nvPr/>
        </p:nvSpPr>
        <p:spPr bwMode="gray">
          <a:xfrm>
            <a:off x="1805449" y="4690804"/>
            <a:ext cx="1784096" cy="168756"/>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3175"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lIns="0" tIns="0" rIns="0" bIns="0"/>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eaLnBrk="0" fontAlgn="base" hangingPunct="0">
              <a:lnSpc>
                <a:spcPct val="90000"/>
              </a:lnSpc>
              <a:spcBef>
                <a:spcPct val="0"/>
              </a:spcBef>
              <a:spcAft>
                <a:spcPct val="0"/>
              </a:spcAft>
              <a:buClr>
                <a:srgbClr val="777777"/>
              </a:buClr>
              <a:buSzPct val="80000"/>
              <a:defRPr/>
            </a:pPr>
            <a:r>
              <a:rPr lang="en-US" altLang="en-US" sz="1000" kern="0" dirty="0">
                <a:solidFill>
                  <a:srgbClr val="000000"/>
                </a:solidFill>
                <a:latin typeface="Book Antiqua" panose="02040602050305030304" pitchFamily="18" charset="0"/>
              </a:rPr>
              <a:t>Data TI</a:t>
            </a:r>
            <a:endParaRPr kumimoji="0" lang="en-US" altLang="en-US" sz="1000" b="0" i="0" u="none" strike="noStrike" kern="0" cap="none" spc="0" normalizeH="0" baseline="0" noProof="0" dirty="0">
              <a:ln>
                <a:noFill/>
              </a:ln>
              <a:solidFill>
                <a:srgbClr val="000000"/>
              </a:solidFill>
              <a:effectLst/>
              <a:uLnTx/>
              <a:uFillTx/>
              <a:latin typeface="Book Antiqua" panose="02040602050305030304" pitchFamily="18" charset="0"/>
            </a:endParaRPr>
          </a:p>
        </p:txBody>
      </p:sp>
      <p:sp>
        <p:nvSpPr>
          <p:cNvPr id="63" name="Rectangle 58">
            <a:extLst>
              <a:ext uri="{FF2B5EF4-FFF2-40B4-BE49-F238E27FC236}">
                <a16:creationId xmlns:a16="http://schemas.microsoft.com/office/drawing/2014/main" id="{3AB65A65-46FA-44FA-965B-1D390FC055C9}"/>
              </a:ext>
            </a:extLst>
          </p:cNvPr>
          <p:cNvSpPr>
            <a:spLocks noChangeArrowheads="1"/>
          </p:cNvSpPr>
          <p:nvPr/>
        </p:nvSpPr>
        <p:spPr bwMode="gray">
          <a:xfrm>
            <a:off x="1805449" y="4899379"/>
            <a:ext cx="1784096" cy="157780"/>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lIns="0" tIns="0" rIns="0" bIns="0"/>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eaLnBrk="0" fontAlgn="base" hangingPunct="0">
              <a:lnSpc>
                <a:spcPct val="90000"/>
              </a:lnSpc>
              <a:spcBef>
                <a:spcPct val="0"/>
              </a:spcBef>
              <a:spcAft>
                <a:spcPct val="0"/>
              </a:spcAft>
              <a:buClr>
                <a:srgbClr val="777777"/>
              </a:buClr>
              <a:buSzPct val="80000"/>
              <a:defRPr/>
            </a:pPr>
            <a:r>
              <a:rPr lang="en-US" altLang="en-US" sz="1000" kern="0" dirty="0">
                <a:solidFill>
                  <a:srgbClr val="000000"/>
                </a:solidFill>
                <a:latin typeface="Book Antiqua" panose="02040602050305030304" pitchFamily="18" charset="0"/>
              </a:rPr>
              <a:t>Data </a:t>
            </a:r>
            <a:r>
              <a:rPr lang="en-US" altLang="en-US" sz="1000" kern="0" dirty="0" err="1">
                <a:solidFill>
                  <a:srgbClr val="000000"/>
                </a:solidFill>
                <a:latin typeface="Book Antiqua" panose="02040602050305030304" pitchFamily="18" charset="0"/>
              </a:rPr>
              <a:t>Logistik</a:t>
            </a:r>
            <a:endParaRPr lang="en-US" altLang="en-US" sz="1000" kern="0" dirty="0">
              <a:solidFill>
                <a:srgbClr val="000000"/>
              </a:solidFill>
              <a:latin typeface="Book Antiqua" panose="02040602050305030304" pitchFamily="18" charset="0"/>
            </a:endParaRPr>
          </a:p>
        </p:txBody>
      </p:sp>
      <p:sp>
        <p:nvSpPr>
          <p:cNvPr id="64" name="Rectangle 61">
            <a:extLst>
              <a:ext uri="{FF2B5EF4-FFF2-40B4-BE49-F238E27FC236}">
                <a16:creationId xmlns:a16="http://schemas.microsoft.com/office/drawing/2014/main" id="{811A9C99-FE36-4FA8-A350-E26D444B4084}"/>
              </a:ext>
            </a:extLst>
          </p:cNvPr>
          <p:cNvSpPr>
            <a:spLocks noChangeArrowheads="1"/>
          </p:cNvSpPr>
          <p:nvPr/>
        </p:nvSpPr>
        <p:spPr bwMode="gray">
          <a:xfrm>
            <a:off x="1805449" y="5103328"/>
            <a:ext cx="1784096" cy="168756"/>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3175"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lIns="0" tIns="0" rIns="0" bIns="0"/>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eaLnBrk="0" fontAlgn="base" hangingPunct="0">
              <a:lnSpc>
                <a:spcPct val="90000"/>
              </a:lnSpc>
              <a:spcBef>
                <a:spcPct val="0"/>
              </a:spcBef>
              <a:spcAft>
                <a:spcPct val="0"/>
              </a:spcAft>
              <a:buClr>
                <a:srgbClr val="777777"/>
              </a:buClr>
              <a:buSzPct val="80000"/>
              <a:defRPr/>
            </a:pPr>
            <a:r>
              <a:rPr lang="en-US" altLang="en-US" sz="1000" kern="0" dirty="0">
                <a:solidFill>
                  <a:srgbClr val="000000"/>
                </a:solidFill>
                <a:latin typeface="Book Antiqua" panose="02040602050305030304" pitchFamily="18" charset="0"/>
              </a:rPr>
              <a:t>Manajemen </a:t>
            </a:r>
            <a:r>
              <a:rPr lang="en-US" altLang="en-US" sz="1000" kern="0" dirty="0" err="1">
                <a:solidFill>
                  <a:srgbClr val="000000"/>
                </a:solidFill>
                <a:latin typeface="Book Antiqua" panose="02040602050305030304" pitchFamily="18" charset="0"/>
              </a:rPr>
              <a:t>Risiko</a:t>
            </a:r>
            <a:endParaRPr kumimoji="0" lang="en-US" altLang="en-US" sz="1000" b="0" i="0" u="none" strike="noStrike" kern="0" cap="none" spc="0" normalizeH="0" baseline="0" noProof="0" dirty="0">
              <a:ln>
                <a:noFill/>
              </a:ln>
              <a:solidFill>
                <a:srgbClr val="000000"/>
              </a:solidFill>
              <a:effectLst/>
              <a:uLnTx/>
              <a:uFillTx/>
              <a:latin typeface="Book Antiqua" panose="02040602050305030304" pitchFamily="18" charset="0"/>
            </a:endParaRPr>
          </a:p>
        </p:txBody>
      </p:sp>
      <p:sp>
        <p:nvSpPr>
          <p:cNvPr id="65" name="AutoShape 62">
            <a:extLst>
              <a:ext uri="{FF2B5EF4-FFF2-40B4-BE49-F238E27FC236}">
                <a16:creationId xmlns:a16="http://schemas.microsoft.com/office/drawing/2014/main" id="{7BDC0E01-9C5D-4E53-892D-0F25809FF81B}"/>
              </a:ext>
            </a:extLst>
          </p:cNvPr>
          <p:cNvSpPr>
            <a:spLocks noChangeArrowheads="1"/>
          </p:cNvSpPr>
          <p:nvPr/>
        </p:nvSpPr>
        <p:spPr bwMode="gray">
          <a:xfrm>
            <a:off x="1560871" y="5071052"/>
            <a:ext cx="168017" cy="194824"/>
          </a:xfrm>
          <a:prstGeom prst="flowChartConnector">
            <a:avLst/>
          </a:prstGeom>
          <a:solidFill>
            <a:srgbClr val="FFFF00"/>
          </a:solidFill>
          <a:ln w="3175">
            <a:noFill/>
            <a:round/>
            <a:headEnd/>
            <a:tailEnd/>
          </a:ln>
          <a:effectLst/>
          <a:extLs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0" tIns="0" rIns="0" bIns="0" anchor="ctr"/>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marL="0" marR="0" lvl="0" indent="0" algn="ctr" defTabSz="762000" eaLnBrk="0" fontAlgn="base" latinLnBrk="0" hangingPunct="0">
              <a:lnSpc>
                <a:spcPct val="100000"/>
              </a:lnSpc>
              <a:spcBef>
                <a:spcPct val="0"/>
              </a:spcBef>
              <a:spcAft>
                <a:spcPct val="0"/>
              </a:spcAft>
              <a:buClr>
                <a:srgbClr val="777777"/>
              </a:buClr>
              <a:buSzPct val="80000"/>
              <a:buFont typeface="Wingdings" panose="05000000000000000000" pitchFamily="2" charset="2"/>
              <a:buNone/>
              <a:tabLst/>
              <a:defRPr/>
            </a:pPr>
            <a:r>
              <a:rPr lang="de-DE" altLang="en-US" sz="1000" kern="0" dirty="0">
                <a:latin typeface="Book Antiqua" panose="02040602050305030304" pitchFamily="18" charset="0"/>
              </a:rPr>
              <a:t>E8</a:t>
            </a:r>
            <a:endParaRPr kumimoji="0" lang="en-GB" altLang="en-US" sz="1000" b="0" i="0" u="none" strike="noStrike" kern="0" cap="none" spc="0" normalizeH="0" baseline="0" noProof="0" dirty="0">
              <a:ln>
                <a:noFill/>
              </a:ln>
              <a:effectLst/>
              <a:uLnTx/>
              <a:uFillTx/>
              <a:latin typeface="Book Antiqua" panose="02040602050305030304" pitchFamily="18" charset="0"/>
            </a:endParaRPr>
          </a:p>
        </p:txBody>
      </p:sp>
      <p:sp>
        <p:nvSpPr>
          <p:cNvPr id="66" name="AutoShape 62">
            <a:extLst>
              <a:ext uri="{FF2B5EF4-FFF2-40B4-BE49-F238E27FC236}">
                <a16:creationId xmlns:a16="http://schemas.microsoft.com/office/drawing/2014/main" id="{135EC9E0-2463-49AC-A676-CCC28D01DE1D}"/>
              </a:ext>
            </a:extLst>
          </p:cNvPr>
          <p:cNvSpPr>
            <a:spLocks noChangeArrowheads="1"/>
          </p:cNvSpPr>
          <p:nvPr/>
        </p:nvSpPr>
        <p:spPr bwMode="gray">
          <a:xfrm>
            <a:off x="1560871" y="5275705"/>
            <a:ext cx="168017" cy="194824"/>
          </a:xfrm>
          <a:prstGeom prst="flowChartConnector">
            <a:avLst/>
          </a:prstGeom>
          <a:solidFill>
            <a:srgbClr val="FFFF00"/>
          </a:solidFill>
          <a:ln w="3175">
            <a:noFill/>
            <a:round/>
            <a:headEnd/>
            <a:tailEnd/>
          </a:ln>
          <a:effectLst/>
          <a:extLs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0" tIns="0" rIns="0" bIns="0" anchor="ctr"/>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marL="0" marR="0" lvl="0" indent="0" algn="ctr" defTabSz="762000" eaLnBrk="0" fontAlgn="base" latinLnBrk="0" hangingPunct="0">
              <a:lnSpc>
                <a:spcPct val="100000"/>
              </a:lnSpc>
              <a:spcBef>
                <a:spcPct val="0"/>
              </a:spcBef>
              <a:spcAft>
                <a:spcPct val="0"/>
              </a:spcAft>
              <a:buClr>
                <a:srgbClr val="777777"/>
              </a:buClr>
              <a:buSzPct val="80000"/>
              <a:buFont typeface="Wingdings" panose="05000000000000000000" pitchFamily="2" charset="2"/>
              <a:buNone/>
              <a:tabLst/>
              <a:defRPr/>
            </a:pPr>
            <a:r>
              <a:rPr kumimoji="0" lang="de-DE" altLang="en-US" sz="1000" b="0" i="0" u="none" strike="noStrike" kern="0" cap="none" spc="0" normalizeH="0" baseline="0" noProof="0" dirty="0">
                <a:ln>
                  <a:noFill/>
                </a:ln>
                <a:effectLst/>
                <a:uLnTx/>
                <a:uFillTx/>
                <a:latin typeface="Book Antiqua" panose="02040602050305030304" pitchFamily="18" charset="0"/>
              </a:rPr>
              <a:t>E9</a:t>
            </a:r>
            <a:endParaRPr kumimoji="0" lang="en-GB" altLang="en-US" sz="1000" b="0" i="0" u="none" strike="noStrike" kern="0" cap="none" spc="0" normalizeH="0" baseline="0" noProof="0" dirty="0">
              <a:ln>
                <a:noFill/>
              </a:ln>
              <a:effectLst/>
              <a:uLnTx/>
              <a:uFillTx/>
              <a:latin typeface="Book Antiqua" panose="02040602050305030304" pitchFamily="18" charset="0"/>
            </a:endParaRPr>
          </a:p>
        </p:txBody>
      </p:sp>
      <p:sp>
        <p:nvSpPr>
          <p:cNvPr id="67" name="Rectangle 61">
            <a:extLst>
              <a:ext uri="{FF2B5EF4-FFF2-40B4-BE49-F238E27FC236}">
                <a16:creationId xmlns:a16="http://schemas.microsoft.com/office/drawing/2014/main" id="{35EAC3C4-2864-4D18-8190-69B9750F2E7D}"/>
              </a:ext>
            </a:extLst>
          </p:cNvPr>
          <p:cNvSpPr>
            <a:spLocks noChangeArrowheads="1"/>
          </p:cNvSpPr>
          <p:nvPr/>
        </p:nvSpPr>
        <p:spPr bwMode="gray">
          <a:xfrm>
            <a:off x="1805449" y="5305553"/>
            <a:ext cx="1784096" cy="168756"/>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3175"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lIns="0" tIns="0" rIns="0" bIns="0"/>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eaLnBrk="0" fontAlgn="base" hangingPunct="0">
              <a:lnSpc>
                <a:spcPct val="90000"/>
              </a:lnSpc>
              <a:spcBef>
                <a:spcPct val="0"/>
              </a:spcBef>
              <a:spcAft>
                <a:spcPct val="0"/>
              </a:spcAft>
              <a:buClr>
                <a:srgbClr val="777777"/>
              </a:buClr>
              <a:buSzPct val="80000"/>
              <a:defRPr/>
            </a:pPr>
            <a:r>
              <a:rPr lang="en-US" altLang="en-US" sz="1000" kern="0" dirty="0">
                <a:solidFill>
                  <a:srgbClr val="000000"/>
                </a:solidFill>
                <a:latin typeface="Book Antiqua" panose="02040602050305030304" pitchFamily="18" charset="0"/>
              </a:rPr>
              <a:t>Komunikasi</a:t>
            </a:r>
            <a:endParaRPr kumimoji="0" lang="en-US" altLang="en-US" sz="1000" b="0" i="0" u="none" strike="noStrike" kern="0" cap="none" spc="0" normalizeH="0" baseline="0" noProof="0" dirty="0">
              <a:ln>
                <a:noFill/>
              </a:ln>
              <a:solidFill>
                <a:srgbClr val="000000"/>
              </a:solidFill>
              <a:effectLst/>
              <a:uLnTx/>
              <a:uFillTx/>
              <a:latin typeface="Book Antiqua" panose="02040602050305030304" pitchFamily="18" charset="0"/>
            </a:endParaRPr>
          </a:p>
        </p:txBody>
      </p:sp>
      <p:sp>
        <p:nvSpPr>
          <p:cNvPr id="68" name="Left Brace 67">
            <a:extLst>
              <a:ext uri="{FF2B5EF4-FFF2-40B4-BE49-F238E27FC236}">
                <a16:creationId xmlns:a16="http://schemas.microsoft.com/office/drawing/2014/main" id="{C9593AFF-3F07-4954-BA66-A62E4B7CDE75}"/>
              </a:ext>
            </a:extLst>
          </p:cNvPr>
          <p:cNvSpPr/>
          <p:nvPr/>
        </p:nvSpPr>
        <p:spPr>
          <a:xfrm>
            <a:off x="1246620" y="1204703"/>
            <a:ext cx="274320" cy="2040260"/>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9" name="TextBox 68">
            <a:extLst>
              <a:ext uri="{FF2B5EF4-FFF2-40B4-BE49-F238E27FC236}">
                <a16:creationId xmlns:a16="http://schemas.microsoft.com/office/drawing/2014/main" id="{053A12A1-F3B1-4BE8-8497-135597B74665}"/>
              </a:ext>
            </a:extLst>
          </p:cNvPr>
          <p:cNvSpPr txBox="1"/>
          <p:nvPr/>
        </p:nvSpPr>
        <p:spPr>
          <a:xfrm>
            <a:off x="500417" y="1962244"/>
            <a:ext cx="795410" cy="646331"/>
          </a:xfrm>
          <a:prstGeom prst="rect">
            <a:avLst/>
          </a:prstGeom>
          <a:noFill/>
        </p:spPr>
        <p:txBody>
          <a:bodyPr wrap="none" rtlCol="0">
            <a:spAutoFit/>
          </a:bodyPr>
          <a:lstStyle/>
          <a:p>
            <a:pPr algn="ctr"/>
            <a:r>
              <a:rPr lang="en-US" sz="1200" b="1" dirty="0">
                <a:latin typeface="Book Antiqua" pitchFamily="18" charset="0"/>
              </a:rPr>
              <a:t>Client</a:t>
            </a:r>
          </a:p>
          <a:p>
            <a:pPr algn="ctr"/>
            <a:r>
              <a:rPr lang="en-US" sz="1200" b="1" dirty="0">
                <a:latin typeface="Book Antiqua" pitchFamily="18" charset="0"/>
              </a:rPr>
              <a:t>Specific </a:t>
            </a:r>
          </a:p>
          <a:p>
            <a:pPr algn="ctr"/>
            <a:r>
              <a:rPr lang="en-US" sz="1200" b="1" dirty="0">
                <a:latin typeface="Book Antiqua" pitchFamily="18" charset="0"/>
              </a:rPr>
              <a:t>Domain </a:t>
            </a:r>
          </a:p>
        </p:txBody>
      </p:sp>
      <p:sp>
        <p:nvSpPr>
          <p:cNvPr id="70" name="Left Brace 69">
            <a:extLst>
              <a:ext uri="{FF2B5EF4-FFF2-40B4-BE49-F238E27FC236}">
                <a16:creationId xmlns:a16="http://schemas.microsoft.com/office/drawing/2014/main" id="{4F617CA5-F090-4E0A-B318-79A127FF3F6A}"/>
              </a:ext>
            </a:extLst>
          </p:cNvPr>
          <p:cNvSpPr/>
          <p:nvPr/>
        </p:nvSpPr>
        <p:spPr>
          <a:xfrm>
            <a:off x="1246620" y="3332530"/>
            <a:ext cx="274320" cy="2794000"/>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1" name="TextBox 70">
            <a:extLst>
              <a:ext uri="{FF2B5EF4-FFF2-40B4-BE49-F238E27FC236}">
                <a16:creationId xmlns:a16="http://schemas.microsoft.com/office/drawing/2014/main" id="{B469811D-BD52-4AD2-8AA1-58AC733AB90A}"/>
              </a:ext>
            </a:extLst>
          </p:cNvPr>
          <p:cNvSpPr txBox="1"/>
          <p:nvPr/>
        </p:nvSpPr>
        <p:spPr>
          <a:xfrm>
            <a:off x="539267" y="4521871"/>
            <a:ext cx="795410" cy="461665"/>
          </a:xfrm>
          <a:prstGeom prst="rect">
            <a:avLst/>
          </a:prstGeom>
          <a:noFill/>
        </p:spPr>
        <p:txBody>
          <a:bodyPr wrap="none" rtlCol="0">
            <a:spAutoFit/>
          </a:bodyPr>
          <a:lstStyle/>
          <a:p>
            <a:pPr algn="ctr"/>
            <a:r>
              <a:rPr lang="en-US" sz="1200" b="1" dirty="0">
                <a:latin typeface="Book Antiqua" pitchFamily="18" charset="0"/>
              </a:rPr>
              <a:t>General </a:t>
            </a:r>
          </a:p>
          <a:p>
            <a:pPr algn="ctr"/>
            <a:r>
              <a:rPr lang="en-US" sz="1200" b="1" dirty="0">
                <a:latin typeface="Book Antiqua" pitchFamily="18" charset="0"/>
              </a:rPr>
              <a:t>Domain </a:t>
            </a:r>
          </a:p>
        </p:txBody>
      </p:sp>
      <p:sp>
        <p:nvSpPr>
          <p:cNvPr id="72" name="AutoShape 91">
            <a:extLst>
              <a:ext uri="{FF2B5EF4-FFF2-40B4-BE49-F238E27FC236}">
                <a16:creationId xmlns:a16="http://schemas.microsoft.com/office/drawing/2014/main" id="{BD1823D0-D917-4A53-AD25-93F29B32F825}"/>
              </a:ext>
            </a:extLst>
          </p:cNvPr>
          <p:cNvSpPr>
            <a:spLocks noChangeAspect="1" noChangeArrowheads="1"/>
          </p:cNvSpPr>
          <p:nvPr/>
        </p:nvSpPr>
        <p:spPr bwMode="auto">
          <a:xfrm>
            <a:off x="5916870" y="4092448"/>
            <a:ext cx="160310" cy="156408"/>
          </a:xfrm>
          <a:prstGeom prst="flowChartConnector">
            <a:avLst/>
          </a:prstGeom>
          <a:solidFill>
            <a:schemeClr val="accent6">
              <a:lumMod val="75000"/>
            </a:schemeClr>
          </a:solidFill>
          <a:ln w="3175">
            <a:noFill/>
            <a:round/>
            <a:headEnd/>
            <a:tailEnd/>
          </a:ln>
          <a:effectLst/>
          <a:extLs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0" tIns="0" rIns="0" bIns="0" anchor="ctr"/>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marL="0" marR="0" lvl="0" indent="0" algn="ctr" defTabSz="762000" eaLnBrk="0" fontAlgn="base" latinLnBrk="0" hangingPunct="0">
              <a:lnSpc>
                <a:spcPct val="100000"/>
              </a:lnSpc>
              <a:spcBef>
                <a:spcPct val="0"/>
              </a:spcBef>
              <a:spcAft>
                <a:spcPct val="0"/>
              </a:spcAft>
              <a:buClr>
                <a:srgbClr val="777777"/>
              </a:buClr>
              <a:buSzPct val="80000"/>
              <a:buFont typeface="Wingdings" panose="05000000000000000000" pitchFamily="2" charset="2"/>
              <a:buNone/>
              <a:tabLst/>
              <a:defRPr/>
            </a:pPr>
            <a:r>
              <a:rPr kumimoji="0" lang="de-DE" altLang="en-US" sz="1000" b="0" i="0" u="none" strike="noStrike" kern="0" cap="none" spc="0" normalizeH="0" baseline="0" noProof="0" dirty="0">
                <a:ln>
                  <a:noFill/>
                </a:ln>
                <a:solidFill>
                  <a:srgbClr val="FFFFFF"/>
                </a:solidFill>
                <a:effectLst/>
                <a:uLnTx/>
                <a:uFillTx/>
                <a:latin typeface="Book Antiqua" panose="02040602050305030304" pitchFamily="18" charset="0"/>
              </a:rPr>
              <a:t>P3</a:t>
            </a:r>
            <a:endParaRPr kumimoji="0" lang="en-GB" altLang="en-US" sz="1000" b="0" i="0" u="none" strike="noStrike" kern="0" cap="none" spc="0" normalizeH="0" baseline="0" noProof="0" dirty="0">
              <a:ln>
                <a:noFill/>
              </a:ln>
              <a:solidFill>
                <a:srgbClr val="FFFFFF"/>
              </a:solidFill>
              <a:effectLst/>
              <a:uLnTx/>
              <a:uFillTx/>
              <a:latin typeface="Book Antiqua" panose="02040602050305030304" pitchFamily="18" charset="0"/>
            </a:endParaRPr>
          </a:p>
        </p:txBody>
      </p:sp>
      <p:sp>
        <p:nvSpPr>
          <p:cNvPr id="73" name="Rectangle 92">
            <a:extLst>
              <a:ext uri="{FF2B5EF4-FFF2-40B4-BE49-F238E27FC236}">
                <a16:creationId xmlns:a16="http://schemas.microsoft.com/office/drawing/2014/main" id="{18B7328F-7621-4A11-A2E7-E7A2B52A1F76}"/>
              </a:ext>
            </a:extLst>
          </p:cNvPr>
          <p:cNvSpPr>
            <a:spLocks noChangeArrowheads="1"/>
          </p:cNvSpPr>
          <p:nvPr/>
        </p:nvSpPr>
        <p:spPr bwMode="auto">
          <a:xfrm>
            <a:off x="6232903" y="4089704"/>
            <a:ext cx="1623728" cy="167384"/>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lIns="0" tIns="0" rIns="0" bIns="0"/>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eaLnBrk="0" fontAlgn="base" hangingPunct="0">
              <a:lnSpc>
                <a:spcPct val="90000"/>
              </a:lnSpc>
              <a:spcBef>
                <a:spcPct val="0"/>
              </a:spcBef>
              <a:spcAft>
                <a:spcPct val="0"/>
              </a:spcAft>
              <a:buClr>
                <a:srgbClr val="777777"/>
              </a:buClr>
              <a:buSzPct val="80000"/>
              <a:defRPr/>
            </a:pPr>
            <a:r>
              <a:rPr lang="en-US" altLang="en-US" sz="1000" kern="0" dirty="0">
                <a:solidFill>
                  <a:srgbClr val="000000"/>
                </a:solidFill>
                <a:latin typeface="Book Antiqua" panose="02040602050305030304" pitchFamily="18" charset="0"/>
              </a:rPr>
              <a:t>Data </a:t>
            </a:r>
            <a:r>
              <a:rPr lang="en-US" altLang="en-US" sz="1000" i="1" kern="0" dirty="0">
                <a:solidFill>
                  <a:srgbClr val="000000"/>
                </a:solidFill>
                <a:latin typeface="Book Antiqua" panose="02040602050305030304" pitchFamily="18" charset="0"/>
              </a:rPr>
              <a:t>Supplier</a:t>
            </a:r>
            <a:endParaRPr kumimoji="0" lang="en-US" altLang="en-US" sz="1000" b="0" i="0" u="none" strike="noStrike" kern="0" cap="none" spc="0" normalizeH="0" baseline="0" noProof="0" dirty="0">
              <a:ln>
                <a:noFill/>
              </a:ln>
              <a:solidFill>
                <a:srgbClr val="000000"/>
              </a:solidFill>
              <a:effectLst/>
              <a:uLnTx/>
              <a:uFillTx/>
              <a:latin typeface="Book Antiqua" panose="02040602050305030304" pitchFamily="18" charset="0"/>
            </a:endParaRPr>
          </a:p>
        </p:txBody>
      </p:sp>
      <p:sp>
        <p:nvSpPr>
          <p:cNvPr id="74" name="Rectangle 94">
            <a:extLst>
              <a:ext uri="{FF2B5EF4-FFF2-40B4-BE49-F238E27FC236}">
                <a16:creationId xmlns:a16="http://schemas.microsoft.com/office/drawing/2014/main" id="{DCE0C2F5-1D64-4CF8-9A23-95508E85FFF2}"/>
              </a:ext>
            </a:extLst>
          </p:cNvPr>
          <p:cNvSpPr>
            <a:spLocks noChangeArrowheads="1"/>
          </p:cNvSpPr>
          <p:nvPr/>
        </p:nvSpPr>
        <p:spPr bwMode="auto">
          <a:xfrm>
            <a:off x="6232903" y="4310602"/>
            <a:ext cx="1623728" cy="167383"/>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lIns="0" tIns="0" rIns="0" bIns="0"/>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eaLnBrk="0" fontAlgn="base" hangingPunct="0">
              <a:lnSpc>
                <a:spcPct val="90000"/>
              </a:lnSpc>
              <a:spcBef>
                <a:spcPct val="0"/>
              </a:spcBef>
              <a:spcAft>
                <a:spcPct val="0"/>
              </a:spcAft>
              <a:buClr>
                <a:srgbClr val="777777"/>
              </a:buClr>
              <a:buSzPct val="80000"/>
              <a:defRPr/>
            </a:pPr>
            <a:r>
              <a:rPr lang="en-US" altLang="en-US" sz="1000" kern="0" dirty="0">
                <a:solidFill>
                  <a:srgbClr val="000000"/>
                </a:solidFill>
                <a:latin typeface="Book Antiqua" panose="02040602050305030304" pitchFamily="18" charset="0"/>
              </a:rPr>
              <a:t>Data </a:t>
            </a:r>
            <a:r>
              <a:rPr lang="en-US" altLang="en-US" sz="1000" kern="0" dirty="0" err="1">
                <a:solidFill>
                  <a:srgbClr val="000000"/>
                </a:solidFill>
                <a:latin typeface="Book Antiqua" panose="02040602050305030304" pitchFamily="18" charset="0"/>
              </a:rPr>
              <a:t>Penugasan</a:t>
            </a:r>
            <a:r>
              <a:rPr lang="en-US" altLang="en-US" sz="1000" kern="0" dirty="0">
                <a:solidFill>
                  <a:srgbClr val="000000"/>
                </a:solidFill>
                <a:latin typeface="Book Antiqua" panose="02040602050305030304" pitchFamily="18" charset="0"/>
              </a:rPr>
              <a:t> </a:t>
            </a:r>
            <a:r>
              <a:rPr lang="en-US" altLang="en-US" sz="1000" i="1" kern="0" dirty="0">
                <a:solidFill>
                  <a:srgbClr val="000000"/>
                </a:solidFill>
                <a:latin typeface="Book Antiqua" panose="02040602050305030304" pitchFamily="18" charset="0"/>
              </a:rPr>
              <a:t>Supplier</a:t>
            </a:r>
            <a:endParaRPr lang="en-US" altLang="en-US" sz="1000" kern="0" dirty="0">
              <a:solidFill>
                <a:srgbClr val="000000"/>
              </a:solidFill>
              <a:latin typeface="Book Antiqua" panose="02040602050305030304" pitchFamily="18" charset="0"/>
            </a:endParaRPr>
          </a:p>
        </p:txBody>
      </p:sp>
      <p:sp>
        <p:nvSpPr>
          <p:cNvPr id="75" name="AutoShape 95">
            <a:extLst>
              <a:ext uri="{FF2B5EF4-FFF2-40B4-BE49-F238E27FC236}">
                <a16:creationId xmlns:a16="http://schemas.microsoft.com/office/drawing/2014/main" id="{F5D35B76-58CB-49A5-B4EC-C53015D72862}"/>
              </a:ext>
            </a:extLst>
          </p:cNvPr>
          <p:cNvSpPr>
            <a:spLocks noChangeAspect="1" noChangeArrowheads="1"/>
          </p:cNvSpPr>
          <p:nvPr/>
        </p:nvSpPr>
        <p:spPr bwMode="auto">
          <a:xfrm>
            <a:off x="5916870" y="4292766"/>
            <a:ext cx="160310" cy="156407"/>
          </a:xfrm>
          <a:prstGeom prst="flowChartConnector">
            <a:avLst/>
          </a:prstGeom>
          <a:solidFill>
            <a:schemeClr val="accent6">
              <a:lumMod val="75000"/>
            </a:schemeClr>
          </a:solidFill>
          <a:ln w="3175">
            <a:noFill/>
            <a:round/>
            <a:headEnd/>
            <a:tailEnd/>
          </a:ln>
          <a:effectLst/>
          <a:extLs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0" tIns="0" rIns="0" bIns="0" anchor="ctr"/>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marL="0" marR="0" lvl="0" indent="0" algn="ctr" defTabSz="762000" eaLnBrk="0" fontAlgn="base" latinLnBrk="0" hangingPunct="0">
              <a:lnSpc>
                <a:spcPct val="100000"/>
              </a:lnSpc>
              <a:spcBef>
                <a:spcPct val="0"/>
              </a:spcBef>
              <a:spcAft>
                <a:spcPct val="0"/>
              </a:spcAft>
              <a:buClr>
                <a:srgbClr val="777777"/>
              </a:buClr>
              <a:buSzPct val="80000"/>
              <a:buFont typeface="Wingdings" panose="05000000000000000000" pitchFamily="2" charset="2"/>
              <a:buNone/>
              <a:tabLst/>
              <a:defRPr/>
            </a:pPr>
            <a:r>
              <a:rPr kumimoji="0" lang="de-DE" altLang="en-US" sz="1000" b="0" i="0" u="none" strike="noStrike" kern="0" cap="none" spc="0" normalizeH="0" baseline="0" noProof="0" dirty="0">
                <a:ln>
                  <a:noFill/>
                </a:ln>
                <a:solidFill>
                  <a:srgbClr val="FFFFFF"/>
                </a:solidFill>
                <a:effectLst/>
                <a:uLnTx/>
                <a:uFillTx/>
                <a:latin typeface="Book Antiqua" panose="02040602050305030304" pitchFamily="18" charset="0"/>
              </a:rPr>
              <a:t>P4</a:t>
            </a:r>
            <a:endParaRPr kumimoji="0" lang="en-GB" altLang="en-US" sz="1000" b="0" i="0" u="none" strike="noStrike" kern="0" cap="none" spc="0" normalizeH="0" baseline="0" noProof="0" dirty="0">
              <a:ln>
                <a:noFill/>
              </a:ln>
              <a:solidFill>
                <a:srgbClr val="FFFFFF"/>
              </a:solidFill>
              <a:effectLst/>
              <a:uLnTx/>
              <a:uFillTx/>
              <a:latin typeface="Book Antiqua" panose="02040602050305030304" pitchFamily="18" charset="0"/>
            </a:endParaRPr>
          </a:p>
        </p:txBody>
      </p:sp>
      <p:sp>
        <p:nvSpPr>
          <p:cNvPr id="76" name="Rectangle 75">
            <a:extLst>
              <a:ext uri="{FF2B5EF4-FFF2-40B4-BE49-F238E27FC236}">
                <a16:creationId xmlns:a16="http://schemas.microsoft.com/office/drawing/2014/main" id="{8EE8BE77-5F69-4CD0-B2D6-C7C1440A8FE7}"/>
              </a:ext>
            </a:extLst>
          </p:cNvPr>
          <p:cNvSpPr>
            <a:spLocks/>
          </p:cNvSpPr>
          <p:nvPr/>
        </p:nvSpPr>
        <p:spPr>
          <a:xfrm>
            <a:off x="8028423" y="1414254"/>
            <a:ext cx="2103121" cy="1830711"/>
          </a:xfrm>
          <a:prstGeom prst="rect">
            <a:avLst/>
          </a:prstGeom>
          <a:solidFill>
            <a:schemeClr val="bg1">
              <a:alpha val="45000"/>
            </a:schemeClr>
          </a:solidFill>
          <a:ln w="6350">
            <a:solidFill>
              <a:srgbClr val="C7B8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latin typeface="Book Antiqua" panose="02040602050305030304" pitchFamily="18" charset="0"/>
            </a:endParaRPr>
          </a:p>
        </p:txBody>
      </p:sp>
      <p:sp>
        <p:nvSpPr>
          <p:cNvPr id="77" name="Rectangle 77">
            <a:extLst>
              <a:ext uri="{FF2B5EF4-FFF2-40B4-BE49-F238E27FC236}">
                <a16:creationId xmlns:a16="http://schemas.microsoft.com/office/drawing/2014/main" id="{A1C5AFFC-598C-41F8-8687-7259FBACA0B6}"/>
              </a:ext>
            </a:extLst>
          </p:cNvPr>
          <p:cNvSpPr>
            <a:spLocks noChangeArrowheads="1"/>
          </p:cNvSpPr>
          <p:nvPr/>
        </p:nvSpPr>
        <p:spPr bwMode="auto">
          <a:xfrm>
            <a:off x="8028423" y="1179302"/>
            <a:ext cx="2103121" cy="244366"/>
          </a:xfrm>
          <a:prstGeom prst="rect">
            <a:avLst/>
          </a:prstGeom>
          <a:solidFill>
            <a:srgbClr val="706138"/>
          </a:solidFill>
          <a:ln w="3175">
            <a:solidFill>
              <a:srgbClr val="C7B88F"/>
            </a:solidFill>
            <a:miter lim="800000"/>
            <a:headEnd/>
            <a:tailEnd/>
          </a:ln>
          <a:effectLst/>
        </p:spPr>
        <p:txBody>
          <a:bodyPr wrap="none" lIns="54610" tIns="54610" rIns="54610" bIns="54610" anchor="ctr"/>
          <a:lstStyle>
            <a:lvl1pPr marL="187325" indent="-187325"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algn="ctr" eaLnBrk="0" fontAlgn="base" hangingPunct="0">
              <a:lnSpc>
                <a:spcPct val="90000"/>
              </a:lnSpc>
              <a:spcBef>
                <a:spcPct val="0"/>
              </a:spcBef>
              <a:spcAft>
                <a:spcPct val="0"/>
              </a:spcAft>
              <a:buClr>
                <a:srgbClr val="777777"/>
              </a:buClr>
              <a:buSzPct val="80000"/>
              <a:defRPr/>
            </a:pPr>
            <a:r>
              <a:rPr lang="en-US" altLang="en-US" sz="1200" b="1" kern="0" dirty="0">
                <a:solidFill>
                  <a:schemeClr val="bg1"/>
                </a:solidFill>
                <a:latin typeface="Book Antiqua" panose="02040602050305030304" pitchFamily="18" charset="0"/>
              </a:rPr>
              <a:t>Data </a:t>
            </a:r>
            <a:r>
              <a:rPr lang="en-US" altLang="en-US" sz="1200" b="1" kern="0" dirty="0" err="1">
                <a:solidFill>
                  <a:schemeClr val="bg1"/>
                </a:solidFill>
                <a:latin typeface="Book Antiqua" panose="02040602050305030304" pitchFamily="18" charset="0"/>
              </a:rPr>
              <a:t>Investasi</a:t>
            </a:r>
            <a:endParaRPr kumimoji="0" lang="en-US" altLang="en-US" sz="1200" b="1" i="0" u="none" strike="noStrike" kern="0" cap="none" spc="0" normalizeH="0" baseline="0" noProof="0" dirty="0">
              <a:ln>
                <a:noFill/>
              </a:ln>
              <a:solidFill>
                <a:schemeClr val="bg1"/>
              </a:solidFill>
              <a:effectLst/>
              <a:uLnTx/>
              <a:uFillTx/>
              <a:latin typeface="Book Antiqua" panose="02040602050305030304" pitchFamily="18" charset="0"/>
            </a:endParaRPr>
          </a:p>
        </p:txBody>
      </p:sp>
      <p:sp>
        <p:nvSpPr>
          <p:cNvPr id="78" name="AutoShape 41">
            <a:extLst>
              <a:ext uri="{FF2B5EF4-FFF2-40B4-BE49-F238E27FC236}">
                <a16:creationId xmlns:a16="http://schemas.microsoft.com/office/drawing/2014/main" id="{9BC47411-AF74-44CD-BC69-72123B5EC2E4}"/>
              </a:ext>
            </a:extLst>
          </p:cNvPr>
          <p:cNvSpPr>
            <a:spLocks noChangeArrowheads="1"/>
          </p:cNvSpPr>
          <p:nvPr/>
        </p:nvSpPr>
        <p:spPr bwMode="auto">
          <a:xfrm>
            <a:off x="8104538" y="1702228"/>
            <a:ext cx="266669" cy="171500"/>
          </a:xfrm>
          <a:prstGeom prst="diamond">
            <a:avLst/>
          </a:prstGeom>
          <a:solidFill>
            <a:srgbClr val="FF0000"/>
          </a:solidFill>
          <a:ln w="3175">
            <a:noFill/>
            <a:miter lim="800000"/>
            <a:headEnd/>
            <a:tailEnd/>
          </a:ln>
          <a:effectLst/>
        </p:spPr>
        <p:txBody>
          <a:bodyPr wrap="none" lIns="90000" tIns="46800" rIns="90000" bIns="46800" anchor="ctr"/>
          <a:lstStyle>
            <a:lvl1pPr algn="ctr">
              <a:defRPr sz="600" b="1" i="1">
                <a:solidFill>
                  <a:srgbClr val="FF0000"/>
                </a:solidFill>
                <a:latin typeface="Arial" panose="020B0604020202020204" pitchFamily="34" charset="0"/>
                <a:cs typeface="Arial" panose="020B0604020202020204" pitchFamily="34" charset="0"/>
              </a:defRPr>
            </a:lvl1pPr>
            <a:lvl2pPr marL="742950" indent="-285750" algn="ctr">
              <a:defRPr sz="600" b="1" i="1">
                <a:solidFill>
                  <a:srgbClr val="FF0000"/>
                </a:solidFill>
                <a:latin typeface="Arial" panose="020B0604020202020204" pitchFamily="34" charset="0"/>
                <a:cs typeface="Arial" panose="020B0604020202020204" pitchFamily="34" charset="0"/>
              </a:defRPr>
            </a:lvl2pPr>
            <a:lvl3pPr marL="1143000" indent="-228600" algn="ctr">
              <a:defRPr sz="600" b="1" i="1">
                <a:solidFill>
                  <a:srgbClr val="FF0000"/>
                </a:solidFill>
                <a:latin typeface="Arial" panose="020B0604020202020204" pitchFamily="34" charset="0"/>
                <a:cs typeface="Arial" panose="020B0604020202020204" pitchFamily="34" charset="0"/>
              </a:defRPr>
            </a:lvl3pPr>
            <a:lvl4pPr marL="1600200" indent="-228600" algn="ctr">
              <a:defRPr sz="600" b="1" i="1">
                <a:solidFill>
                  <a:srgbClr val="FF0000"/>
                </a:solidFill>
                <a:latin typeface="Arial" panose="020B0604020202020204" pitchFamily="34" charset="0"/>
                <a:cs typeface="Arial" panose="020B0604020202020204" pitchFamily="34" charset="0"/>
              </a:defRPr>
            </a:lvl4pPr>
            <a:lvl5pPr marL="2057400" indent="-228600" algn="ctr">
              <a:defRPr sz="600" b="1" i="1">
                <a:solidFill>
                  <a:srgbClr val="FF0000"/>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600" b="1" i="1">
                <a:solidFill>
                  <a:srgbClr val="FF0000"/>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600" b="1" i="1">
                <a:solidFill>
                  <a:srgbClr val="FF0000"/>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600" b="1" i="1">
                <a:solidFill>
                  <a:srgbClr val="FF0000"/>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600" b="1" i="1">
                <a:solidFill>
                  <a:srgbClr val="FF0000"/>
                </a:solidFill>
                <a:latin typeface="Arial" panose="020B0604020202020204" pitchFamily="34" charset="0"/>
                <a:cs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 typeface="Wingdings" panose="05000000000000000000" pitchFamily="2" charset="2"/>
              <a:buNone/>
              <a:tabLst/>
              <a:defRPr/>
            </a:pPr>
            <a:r>
              <a:rPr kumimoji="0" lang="en-US" altLang="en-US" sz="1000" b="0" i="0" u="none" strike="noStrike" kern="0" cap="none" spc="0" normalizeH="0" baseline="0" noProof="0" dirty="0">
                <a:ln>
                  <a:noFill/>
                </a:ln>
                <a:solidFill>
                  <a:schemeClr val="bg1"/>
                </a:solidFill>
                <a:effectLst/>
                <a:uLnTx/>
                <a:uFillTx/>
                <a:latin typeface="Book Antiqua" panose="02040602050305030304" pitchFamily="18" charset="0"/>
              </a:rPr>
              <a:t>T2</a:t>
            </a:r>
          </a:p>
        </p:txBody>
      </p:sp>
      <p:sp>
        <p:nvSpPr>
          <p:cNvPr id="79" name="AutoShape 44">
            <a:extLst>
              <a:ext uri="{FF2B5EF4-FFF2-40B4-BE49-F238E27FC236}">
                <a16:creationId xmlns:a16="http://schemas.microsoft.com/office/drawing/2014/main" id="{3867F8D3-6D6F-475B-85D3-07F53823E562}"/>
              </a:ext>
            </a:extLst>
          </p:cNvPr>
          <p:cNvSpPr>
            <a:spLocks noChangeArrowheads="1"/>
          </p:cNvSpPr>
          <p:nvPr/>
        </p:nvSpPr>
        <p:spPr bwMode="auto">
          <a:xfrm>
            <a:off x="8104538" y="1919004"/>
            <a:ext cx="266669" cy="172872"/>
          </a:xfrm>
          <a:prstGeom prst="diamond">
            <a:avLst/>
          </a:prstGeom>
          <a:solidFill>
            <a:srgbClr val="FF0000"/>
          </a:solidFill>
          <a:ln w="3175">
            <a:noFill/>
            <a:miter lim="800000"/>
            <a:headEnd/>
            <a:tailEnd/>
          </a:ln>
          <a:effectLst/>
        </p:spPr>
        <p:txBody>
          <a:bodyPr wrap="none" lIns="90000" tIns="46800" rIns="90000" bIns="46800" anchor="ctr"/>
          <a:lstStyle>
            <a:lvl1pPr algn="ctr">
              <a:defRPr sz="600" b="1" i="1">
                <a:solidFill>
                  <a:srgbClr val="FF0000"/>
                </a:solidFill>
                <a:latin typeface="Arial" panose="020B0604020202020204" pitchFamily="34" charset="0"/>
                <a:cs typeface="Arial" panose="020B0604020202020204" pitchFamily="34" charset="0"/>
              </a:defRPr>
            </a:lvl1pPr>
            <a:lvl2pPr marL="742950" indent="-285750" algn="ctr">
              <a:defRPr sz="600" b="1" i="1">
                <a:solidFill>
                  <a:srgbClr val="FF0000"/>
                </a:solidFill>
                <a:latin typeface="Arial" panose="020B0604020202020204" pitchFamily="34" charset="0"/>
                <a:cs typeface="Arial" panose="020B0604020202020204" pitchFamily="34" charset="0"/>
              </a:defRPr>
            </a:lvl2pPr>
            <a:lvl3pPr marL="1143000" indent="-228600" algn="ctr">
              <a:defRPr sz="600" b="1" i="1">
                <a:solidFill>
                  <a:srgbClr val="FF0000"/>
                </a:solidFill>
                <a:latin typeface="Arial" panose="020B0604020202020204" pitchFamily="34" charset="0"/>
                <a:cs typeface="Arial" panose="020B0604020202020204" pitchFamily="34" charset="0"/>
              </a:defRPr>
            </a:lvl3pPr>
            <a:lvl4pPr marL="1600200" indent="-228600" algn="ctr">
              <a:defRPr sz="600" b="1" i="1">
                <a:solidFill>
                  <a:srgbClr val="FF0000"/>
                </a:solidFill>
                <a:latin typeface="Arial" panose="020B0604020202020204" pitchFamily="34" charset="0"/>
                <a:cs typeface="Arial" panose="020B0604020202020204" pitchFamily="34" charset="0"/>
              </a:defRPr>
            </a:lvl4pPr>
            <a:lvl5pPr marL="2057400" indent="-228600" algn="ctr">
              <a:defRPr sz="600" b="1" i="1">
                <a:solidFill>
                  <a:srgbClr val="FF0000"/>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600" b="1" i="1">
                <a:solidFill>
                  <a:srgbClr val="FF0000"/>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600" b="1" i="1">
                <a:solidFill>
                  <a:srgbClr val="FF0000"/>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600" b="1" i="1">
                <a:solidFill>
                  <a:srgbClr val="FF0000"/>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600" b="1" i="1">
                <a:solidFill>
                  <a:srgbClr val="FF0000"/>
                </a:solidFill>
                <a:latin typeface="Arial" panose="020B0604020202020204" pitchFamily="34" charset="0"/>
                <a:cs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 typeface="Wingdings" panose="05000000000000000000" pitchFamily="2" charset="2"/>
              <a:buNone/>
              <a:tabLst/>
              <a:defRPr/>
            </a:pPr>
            <a:r>
              <a:rPr kumimoji="0" lang="en-US" altLang="en-US" sz="1000" b="0" i="0" u="none" strike="noStrike" kern="0" cap="none" spc="0" normalizeH="0" baseline="0" noProof="0" dirty="0">
                <a:ln>
                  <a:noFill/>
                </a:ln>
                <a:solidFill>
                  <a:schemeClr val="bg1"/>
                </a:solidFill>
                <a:effectLst/>
                <a:uLnTx/>
                <a:uFillTx/>
                <a:latin typeface="Book Antiqua" panose="02040602050305030304" pitchFamily="18" charset="0"/>
              </a:rPr>
              <a:t>T3</a:t>
            </a:r>
          </a:p>
        </p:txBody>
      </p:sp>
      <p:sp>
        <p:nvSpPr>
          <p:cNvPr id="80" name="AutoShape 107">
            <a:extLst>
              <a:ext uri="{FF2B5EF4-FFF2-40B4-BE49-F238E27FC236}">
                <a16:creationId xmlns:a16="http://schemas.microsoft.com/office/drawing/2014/main" id="{7F293276-127F-4447-9A4C-0224B75A5DDB}"/>
              </a:ext>
            </a:extLst>
          </p:cNvPr>
          <p:cNvSpPr>
            <a:spLocks noChangeArrowheads="1"/>
          </p:cNvSpPr>
          <p:nvPr/>
        </p:nvSpPr>
        <p:spPr bwMode="auto">
          <a:xfrm>
            <a:off x="8104538" y="2137152"/>
            <a:ext cx="266669" cy="172872"/>
          </a:xfrm>
          <a:prstGeom prst="diamond">
            <a:avLst/>
          </a:prstGeom>
          <a:solidFill>
            <a:srgbClr val="FF0000"/>
          </a:solidFill>
          <a:ln w="3175">
            <a:noFill/>
            <a:miter lim="800000"/>
            <a:headEnd/>
            <a:tailEnd/>
          </a:ln>
          <a:effectLst/>
        </p:spPr>
        <p:txBody>
          <a:bodyPr wrap="none" lIns="90000" tIns="46800" rIns="90000" bIns="46800" anchor="ctr"/>
          <a:lstStyle>
            <a:lvl1pPr algn="ctr">
              <a:defRPr sz="600" b="1" i="1">
                <a:solidFill>
                  <a:srgbClr val="FF0000"/>
                </a:solidFill>
                <a:latin typeface="Arial" panose="020B0604020202020204" pitchFamily="34" charset="0"/>
                <a:cs typeface="Arial" panose="020B0604020202020204" pitchFamily="34" charset="0"/>
              </a:defRPr>
            </a:lvl1pPr>
            <a:lvl2pPr marL="742950" indent="-285750" algn="ctr">
              <a:defRPr sz="600" b="1" i="1">
                <a:solidFill>
                  <a:srgbClr val="FF0000"/>
                </a:solidFill>
                <a:latin typeface="Arial" panose="020B0604020202020204" pitchFamily="34" charset="0"/>
                <a:cs typeface="Arial" panose="020B0604020202020204" pitchFamily="34" charset="0"/>
              </a:defRPr>
            </a:lvl2pPr>
            <a:lvl3pPr marL="1143000" indent="-228600" algn="ctr">
              <a:defRPr sz="600" b="1" i="1">
                <a:solidFill>
                  <a:srgbClr val="FF0000"/>
                </a:solidFill>
                <a:latin typeface="Arial" panose="020B0604020202020204" pitchFamily="34" charset="0"/>
                <a:cs typeface="Arial" panose="020B0604020202020204" pitchFamily="34" charset="0"/>
              </a:defRPr>
            </a:lvl3pPr>
            <a:lvl4pPr marL="1600200" indent="-228600" algn="ctr">
              <a:defRPr sz="600" b="1" i="1">
                <a:solidFill>
                  <a:srgbClr val="FF0000"/>
                </a:solidFill>
                <a:latin typeface="Arial" panose="020B0604020202020204" pitchFamily="34" charset="0"/>
                <a:cs typeface="Arial" panose="020B0604020202020204" pitchFamily="34" charset="0"/>
              </a:defRPr>
            </a:lvl4pPr>
            <a:lvl5pPr marL="2057400" indent="-228600" algn="ctr">
              <a:defRPr sz="600" b="1" i="1">
                <a:solidFill>
                  <a:srgbClr val="FF0000"/>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600" b="1" i="1">
                <a:solidFill>
                  <a:srgbClr val="FF0000"/>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600" b="1" i="1">
                <a:solidFill>
                  <a:srgbClr val="FF0000"/>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600" b="1" i="1">
                <a:solidFill>
                  <a:srgbClr val="FF0000"/>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600" b="1" i="1">
                <a:solidFill>
                  <a:srgbClr val="FF0000"/>
                </a:solidFill>
                <a:latin typeface="Arial" panose="020B0604020202020204" pitchFamily="34" charset="0"/>
                <a:cs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 typeface="Wingdings" panose="05000000000000000000" pitchFamily="2" charset="2"/>
              <a:buNone/>
              <a:tabLst/>
              <a:defRPr/>
            </a:pPr>
            <a:r>
              <a:rPr lang="de-DE" altLang="en-US" sz="1000" b="0" i="0" kern="0" dirty="0">
                <a:solidFill>
                  <a:schemeClr val="bg1"/>
                </a:solidFill>
                <a:latin typeface="Book Antiqua" panose="02040602050305030304" pitchFamily="18" charset="0"/>
              </a:rPr>
              <a:t>T4</a:t>
            </a:r>
            <a:endParaRPr kumimoji="0" lang="en-US" altLang="en-US" sz="1000" b="0" i="0" u="none" strike="noStrike" kern="0" cap="none" spc="0" normalizeH="0" baseline="0" noProof="0" dirty="0">
              <a:ln>
                <a:noFill/>
              </a:ln>
              <a:solidFill>
                <a:schemeClr val="bg1"/>
              </a:solidFill>
              <a:effectLst/>
              <a:uLnTx/>
              <a:uFillTx/>
              <a:latin typeface="Book Antiqua" panose="02040602050305030304" pitchFamily="18" charset="0"/>
            </a:endParaRPr>
          </a:p>
        </p:txBody>
      </p:sp>
      <p:sp>
        <p:nvSpPr>
          <p:cNvPr id="81" name="AutoShape 110">
            <a:extLst>
              <a:ext uri="{FF2B5EF4-FFF2-40B4-BE49-F238E27FC236}">
                <a16:creationId xmlns:a16="http://schemas.microsoft.com/office/drawing/2014/main" id="{AB9F6582-6F2B-4BF1-AD4A-087CB1DBF095}"/>
              </a:ext>
            </a:extLst>
          </p:cNvPr>
          <p:cNvSpPr>
            <a:spLocks noChangeArrowheads="1"/>
          </p:cNvSpPr>
          <p:nvPr/>
        </p:nvSpPr>
        <p:spPr bwMode="auto">
          <a:xfrm>
            <a:off x="8104538" y="1468833"/>
            <a:ext cx="266669" cy="171499"/>
          </a:xfrm>
          <a:prstGeom prst="diamond">
            <a:avLst/>
          </a:prstGeom>
          <a:solidFill>
            <a:srgbClr val="FF0000"/>
          </a:solidFill>
          <a:ln w="3175">
            <a:noFill/>
            <a:miter lim="800000"/>
            <a:headEnd/>
            <a:tailEnd/>
          </a:ln>
          <a:effectLst/>
        </p:spPr>
        <p:txBody>
          <a:bodyPr wrap="none" lIns="90000" tIns="46800" rIns="90000" bIns="46800" anchor="ctr"/>
          <a:lstStyle>
            <a:lvl1pPr algn="ctr">
              <a:defRPr sz="600" b="1" i="1">
                <a:solidFill>
                  <a:srgbClr val="FF0000"/>
                </a:solidFill>
                <a:latin typeface="Arial" panose="020B0604020202020204" pitchFamily="34" charset="0"/>
                <a:cs typeface="Arial" panose="020B0604020202020204" pitchFamily="34" charset="0"/>
              </a:defRPr>
            </a:lvl1pPr>
            <a:lvl2pPr marL="742950" indent="-285750" algn="ctr">
              <a:defRPr sz="600" b="1" i="1">
                <a:solidFill>
                  <a:srgbClr val="FF0000"/>
                </a:solidFill>
                <a:latin typeface="Arial" panose="020B0604020202020204" pitchFamily="34" charset="0"/>
                <a:cs typeface="Arial" panose="020B0604020202020204" pitchFamily="34" charset="0"/>
              </a:defRPr>
            </a:lvl2pPr>
            <a:lvl3pPr marL="1143000" indent="-228600" algn="ctr">
              <a:defRPr sz="600" b="1" i="1">
                <a:solidFill>
                  <a:srgbClr val="FF0000"/>
                </a:solidFill>
                <a:latin typeface="Arial" panose="020B0604020202020204" pitchFamily="34" charset="0"/>
                <a:cs typeface="Arial" panose="020B0604020202020204" pitchFamily="34" charset="0"/>
              </a:defRPr>
            </a:lvl3pPr>
            <a:lvl4pPr marL="1600200" indent="-228600" algn="ctr">
              <a:defRPr sz="600" b="1" i="1">
                <a:solidFill>
                  <a:srgbClr val="FF0000"/>
                </a:solidFill>
                <a:latin typeface="Arial" panose="020B0604020202020204" pitchFamily="34" charset="0"/>
                <a:cs typeface="Arial" panose="020B0604020202020204" pitchFamily="34" charset="0"/>
              </a:defRPr>
            </a:lvl4pPr>
            <a:lvl5pPr marL="2057400" indent="-228600" algn="ctr">
              <a:defRPr sz="600" b="1" i="1">
                <a:solidFill>
                  <a:srgbClr val="FF0000"/>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600" b="1" i="1">
                <a:solidFill>
                  <a:srgbClr val="FF0000"/>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600" b="1" i="1">
                <a:solidFill>
                  <a:srgbClr val="FF0000"/>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600" b="1" i="1">
                <a:solidFill>
                  <a:srgbClr val="FF0000"/>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600" b="1" i="1">
                <a:solidFill>
                  <a:srgbClr val="FF0000"/>
                </a:solidFill>
                <a:latin typeface="Arial" panose="020B0604020202020204" pitchFamily="34" charset="0"/>
                <a:cs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 typeface="Wingdings" panose="05000000000000000000" pitchFamily="2" charset="2"/>
              <a:buNone/>
              <a:tabLst/>
              <a:defRPr/>
            </a:pPr>
            <a:r>
              <a:rPr lang="en-US" altLang="en-US" sz="1000" b="0" i="0" kern="0" dirty="0">
                <a:solidFill>
                  <a:schemeClr val="bg1"/>
                </a:solidFill>
                <a:latin typeface="Book Antiqua" panose="02040602050305030304" pitchFamily="18" charset="0"/>
              </a:rPr>
              <a:t>T1</a:t>
            </a:r>
            <a:endParaRPr kumimoji="0" lang="en-US" altLang="en-US" sz="1000" b="0" i="0" u="none" strike="noStrike" kern="0" cap="none" spc="0" normalizeH="0" baseline="0" noProof="0" dirty="0">
              <a:ln>
                <a:noFill/>
              </a:ln>
              <a:solidFill>
                <a:schemeClr val="bg1"/>
              </a:solidFill>
              <a:effectLst/>
              <a:uLnTx/>
              <a:uFillTx/>
              <a:latin typeface="Book Antiqua" panose="02040602050305030304" pitchFamily="18" charset="0"/>
            </a:endParaRPr>
          </a:p>
        </p:txBody>
      </p:sp>
      <p:sp>
        <p:nvSpPr>
          <p:cNvPr id="82" name="Rectangle 43">
            <a:extLst>
              <a:ext uri="{FF2B5EF4-FFF2-40B4-BE49-F238E27FC236}">
                <a16:creationId xmlns:a16="http://schemas.microsoft.com/office/drawing/2014/main" id="{6530E0AB-15EB-400A-938F-CC3F5469EC7E}"/>
              </a:ext>
            </a:extLst>
          </p:cNvPr>
          <p:cNvSpPr>
            <a:spLocks noChangeArrowheads="1"/>
          </p:cNvSpPr>
          <p:nvPr/>
        </p:nvSpPr>
        <p:spPr bwMode="auto">
          <a:xfrm>
            <a:off x="8473748" y="1707059"/>
            <a:ext cx="1623728" cy="127596"/>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lIns="0" tIns="0" rIns="0" bIns="0"/>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eaLnBrk="0" fontAlgn="base" hangingPunct="0">
              <a:lnSpc>
                <a:spcPct val="90000"/>
              </a:lnSpc>
              <a:spcBef>
                <a:spcPct val="0"/>
              </a:spcBef>
              <a:spcAft>
                <a:spcPct val="0"/>
              </a:spcAft>
              <a:buClr>
                <a:srgbClr val="777777"/>
              </a:buClr>
              <a:buSzPct val="80000"/>
              <a:defRPr/>
            </a:pPr>
            <a:r>
              <a:rPr lang="en-US" altLang="en-US" sz="1000" kern="0" dirty="0">
                <a:latin typeface="Book Antiqua" panose="02040602050305030304" pitchFamily="18" charset="0"/>
              </a:rPr>
              <a:t>Data </a:t>
            </a:r>
            <a:r>
              <a:rPr lang="en-US" altLang="en-US" sz="1000" kern="0" dirty="0" err="1">
                <a:latin typeface="Book Antiqua" panose="02040602050305030304" pitchFamily="18" charset="0"/>
              </a:rPr>
              <a:t>Investasi</a:t>
            </a:r>
            <a:endParaRPr kumimoji="0" lang="en-US" altLang="en-US" sz="1000" b="0" i="0" u="none" strike="noStrike" kern="0" cap="none" spc="0" normalizeH="0" baseline="0" noProof="0" dirty="0">
              <a:ln>
                <a:noFill/>
              </a:ln>
              <a:effectLst/>
              <a:uLnTx/>
              <a:uFillTx/>
              <a:latin typeface="Book Antiqua" panose="02040602050305030304" pitchFamily="18" charset="0"/>
            </a:endParaRPr>
          </a:p>
        </p:txBody>
      </p:sp>
      <p:sp>
        <p:nvSpPr>
          <p:cNvPr id="83" name="Rectangle 106">
            <a:extLst>
              <a:ext uri="{FF2B5EF4-FFF2-40B4-BE49-F238E27FC236}">
                <a16:creationId xmlns:a16="http://schemas.microsoft.com/office/drawing/2014/main" id="{55079D4A-7FA2-436B-B723-9B03F66E991C}"/>
              </a:ext>
            </a:extLst>
          </p:cNvPr>
          <p:cNvSpPr>
            <a:spLocks noChangeArrowheads="1"/>
          </p:cNvSpPr>
          <p:nvPr/>
        </p:nvSpPr>
        <p:spPr bwMode="auto">
          <a:xfrm>
            <a:off x="8473748" y="1925207"/>
            <a:ext cx="1623728" cy="127596"/>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lIns="0" tIns="0" rIns="0" bIns="0"/>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eaLnBrk="0" fontAlgn="base" hangingPunct="0">
              <a:lnSpc>
                <a:spcPct val="90000"/>
              </a:lnSpc>
              <a:spcBef>
                <a:spcPct val="0"/>
              </a:spcBef>
              <a:spcAft>
                <a:spcPct val="0"/>
              </a:spcAft>
              <a:buClr>
                <a:srgbClr val="777777"/>
              </a:buClr>
              <a:buSzPct val="80000"/>
              <a:defRPr/>
            </a:pPr>
            <a:r>
              <a:rPr lang="en-US" altLang="en-US" sz="1000" kern="0" dirty="0">
                <a:latin typeface="Book Antiqua" panose="02040602050305030304" pitchFamily="18" charset="0"/>
              </a:rPr>
              <a:t>Data Pengelolaan </a:t>
            </a:r>
            <a:r>
              <a:rPr lang="en-US" altLang="en-US" sz="1000" kern="0" dirty="0" err="1">
                <a:latin typeface="Book Antiqua" panose="02040602050305030304" pitchFamily="18" charset="0"/>
              </a:rPr>
              <a:t>Kas</a:t>
            </a:r>
            <a:endParaRPr kumimoji="0" lang="en-US" altLang="en-US" sz="1000" b="0" i="0" u="none" strike="noStrike" kern="0" cap="none" spc="0" normalizeH="0" baseline="0" noProof="0" dirty="0">
              <a:ln>
                <a:noFill/>
              </a:ln>
              <a:effectLst/>
              <a:uLnTx/>
              <a:uFillTx/>
              <a:latin typeface="Book Antiqua" panose="02040602050305030304" pitchFamily="18" charset="0"/>
            </a:endParaRPr>
          </a:p>
        </p:txBody>
      </p:sp>
      <p:sp>
        <p:nvSpPr>
          <p:cNvPr id="84" name="Rectangle 109">
            <a:extLst>
              <a:ext uri="{FF2B5EF4-FFF2-40B4-BE49-F238E27FC236}">
                <a16:creationId xmlns:a16="http://schemas.microsoft.com/office/drawing/2014/main" id="{EDF93150-84D3-4AE7-A7F1-A30ABF5D92A7}"/>
              </a:ext>
            </a:extLst>
          </p:cNvPr>
          <p:cNvSpPr>
            <a:spLocks noChangeArrowheads="1"/>
          </p:cNvSpPr>
          <p:nvPr/>
        </p:nvSpPr>
        <p:spPr bwMode="auto">
          <a:xfrm>
            <a:off x="8473748" y="1468835"/>
            <a:ext cx="1623728" cy="111131"/>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lIns="0" tIns="0" rIns="0" bIns="0"/>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eaLnBrk="0" fontAlgn="base" hangingPunct="0">
              <a:lnSpc>
                <a:spcPct val="90000"/>
              </a:lnSpc>
              <a:spcBef>
                <a:spcPct val="0"/>
              </a:spcBef>
              <a:spcAft>
                <a:spcPct val="0"/>
              </a:spcAft>
              <a:buClr>
                <a:srgbClr val="777777"/>
              </a:buClr>
              <a:buSzPct val="80000"/>
              <a:defRPr/>
            </a:pPr>
            <a:r>
              <a:rPr lang="en-US" altLang="en-US" sz="1000" kern="0" noProof="0" dirty="0">
                <a:latin typeface="Book Antiqua" panose="02040602050305030304" pitchFamily="18" charset="0"/>
              </a:rPr>
              <a:t>Data </a:t>
            </a:r>
            <a:r>
              <a:rPr lang="en-US" altLang="en-US" sz="1000" kern="0" noProof="0" dirty="0" err="1">
                <a:latin typeface="Book Antiqua" panose="02040602050305030304" pitchFamily="18" charset="0"/>
              </a:rPr>
              <a:t>Transaksi</a:t>
            </a:r>
            <a:r>
              <a:rPr lang="en-US" altLang="en-US" sz="1000" kern="0" noProof="0" dirty="0">
                <a:latin typeface="Book Antiqua" panose="02040602050305030304" pitchFamily="18" charset="0"/>
              </a:rPr>
              <a:t> </a:t>
            </a:r>
            <a:r>
              <a:rPr lang="en-US" altLang="en-US" sz="1000" i="1" kern="0" noProof="0" dirty="0">
                <a:latin typeface="Book Antiqua" panose="02040602050305030304" pitchFamily="18" charset="0"/>
              </a:rPr>
              <a:t>Dealing</a:t>
            </a:r>
            <a:endParaRPr kumimoji="0" lang="en-US" altLang="en-US" sz="1000" b="0" i="1" u="none" strike="noStrike" kern="0" cap="none" spc="0" normalizeH="0" baseline="0" noProof="0" dirty="0">
              <a:ln>
                <a:noFill/>
              </a:ln>
              <a:effectLst/>
              <a:uLnTx/>
              <a:uFillTx/>
              <a:latin typeface="Book Antiqua" panose="02040602050305030304" pitchFamily="18" charset="0"/>
            </a:endParaRPr>
          </a:p>
        </p:txBody>
      </p:sp>
      <p:sp>
        <p:nvSpPr>
          <p:cNvPr id="85" name="Rectangle 34">
            <a:extLst>
              <a:ext uri="{FF2B5EF4-FFF2-40B4-BE49-F238E27FC236}">
                <a16:creationId xmlns:a16="http://schemas.microsoft.com/office/drawing/2014/main" id="{E3F16D7D-C7F1-4A82-BCA8-3FAD3C107D2E}"/>
              </a:ext>
            </a:extLst>
          </p:cNvPr>
          <p:cNvSpPr>
            <a:spLocks noChangeArrowheads="1"/>
          </p:cNvSpPr>
          <p:nvPr/>
        </p:nvSpPr>
        <p:spPr bwMode="gray">
          <a:xfrm>
            <a:off x="3958970" y="2266240"/>
            <a:ext cx="1721294" cy="142022"/>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lIns="0" tIns="0" rIns="0" bIns="0"/>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eaLnBrk="0" fontAlgn="base" hangingPunct="0">
              <a:lnSpc>
                <a:spcPct val="90000"/>
              </a:lnSpc>
              <a:spcBef>
                <a:spcPct val="0"/>
              </a:spcBef>
              <a:spcAft>
                <a:spcPct val="0"/>
              </a:spcAft>
              <a:buClr>
                <a:srgbClr val="777777"/>
              </a:buClr>
              <a:buSzPct val="80000"/>
              <a:defRPr/>
            </a:pPr>
            <a:r>
              <a:rPr lang="en-US" altLang="en-US" sz="1000" kern="0" dirty="0">
                <a:solidFill>
                  <a:srgbClr val="000000"/>
                </a:solidFill>
                <a:latin typeface="Book Antiqua" panose="02040602050305030304" pitchFamily="18" charset="0"/>
              </a:rPr>
              <a:t>Data </a:t>
            </a:r>
            <a:r>
              <a:rPr lang="en-US" altLang="en-US" sz="1000" kern="0" dirty="0" err="1">
                <a:solidFill>
                  <a:srgbClr val="000000"/>
                </a:solidFill>
                <a:latin typeface="Book Antiqua" panose="02040602050305030304" pitchFamily="18" charset="0"/>
              </a:rPr>
              <a:t>Laporan</a:t>
            </a:r>
            <a:r>
              <a:rPr lang="en-US" altLang="en-US" sz="1000" kern="0" dirty="0">
                <a:solidFill>
                  <a:srgbClr val="000000"/>
                </a:solidFill>
                <a:latin typeface="Book Antiqua" panose="02040602050305030304" pitchFamily="18" charset="0"/>
              </a:rPr>
              <a:t> Bank</a:t>
            </a:r>
            <a:endParaRPr kumimoji="0" lang="en-US" altLang="en-US" sz="1000" b="0" i="0" u="none" strike="noStrike" kern="0" cap="none" spc="0" normalizeH="0" baseline="0" noProof="0" dirty="0">
              <a:ln>
                <a:noFill/>
              </a:ln>
              <a:solidFill>
                <a:srgbClr val="000000"/>
              </a:solidFill>
              <a:effectLst/>
              <a:uLnTx/>
              <a:uFillTx/>
              <a:latin typeface="Book Antiqua" panose="02040602050305030304" pitchFamily="18" charset="0"/>
            </a:endParaRPr>
          </a:p>
        </p:txBody>
      </p:sp>
      <p:sp>
        <p:nvSpPr>
          <p:cNvPr id="86" name="Rectangle 35">
            <a:extLst>
              <a:ext uri="{FF2B5EF4-FFF2-40B4-BE49-F238E27FC236}">
                <a16:creationId xmlns:a16="http://schemas.microsoft.com/office/drawing/2014/main" id="{04D28FB3-3224-4192-915A-A1B795410984}"/>
              </a:ext>
            </a:extLst>
          </p:cNvPr>
          <p:cNvSpPr>
            <a:spLocks noChangeArrowheads="1"/>
          </p:cNvSpPr>
          <p:nvPr/>
        </p:nvSpPr>
        <p:spPr bwMode="gray">
          <a:xfrm>
            <a:off x="3692297" y="2254245"/>
            <a:ext cx="177266" cy="166012"/>
          </a:xfrm>
          <a:prstGeom prst="rect">
            <a:avLst/>
          </a:prstGeom>
          <a:solidFill>
            <a:schemeClr val="accent4"/>
          </a:solidFill>
          <a:ln w="3175">
            <a:noFill/>
            <a:miter lim="800000"/>
            <a:headEnd/>
            <a:tailEnd/>
          </a:ln>
          <a:effectLst/>
        </p:spPr>
        <p:txBody>
          <a:bodyPr wrap="none" lIns="90000" tIns="46800" rIns="90000" bIns="46800" anchor="ctr"/>
          <a:lstStyle/>
          <a:p>
            <a:pPr marL="187325" indent="-187325" algn="ctr" defTabSz="762000" eaLnBrk="0" fontAlgn="base" hangingPunct="0">
              <a:lnSpc>
                <a:spcPct val="90000"/>
              </a:lnSpc>
              <a:spcBef>
                <a:spcPct val="0"/>
              </a:spcBef>
              <a:spcAft>
                <a:spcPct val="0"/>
              </a:spcAft>
              <a:buClr>
                <a:srgbClr val="777777"/>
              </a:buClr>
              <a:buSzPct val="80000"/>
              <a:buFont typeface="Wingdings" panose="05000000000000000000" pitchFamily="2" charset="2"/>
              <a:buNone/>
            </a:pPr>
            <a:r>
              <a:rPr lang="en-US" altLang="en-US" sz="1000" kern="0" dirty="0">
                <a:solidFill>
                  <a:srgbClr val="FFFFFF"/>
                </a:solidFill>
                <a:latin typeface="Book Antiqua" panose="02040602050305030304" pitchFamily="18" charset="0"/>
                <a:cs typeface="Arial" panose="020B0604020202020204" pitchFamily="34" charset="0"/>
              </a:rPr>
              <a:t>S4</a:t>
            </a:r>
          </a:p>
        </p:txBody>
      </p:sp>
      <p:sp>
        <p:nvSpPr>
          <p:cNvPr id="87" name="Rectangle 34">
            <a:extLst>
              <a:ext uri="{FF2B5EF4-FFF2-40B4-BE49-F238E27FC236}">
                <a16:creationId xmlns:a16="http://schemas.microsoft.com/office/drawing/2014/main" id="{442EB5E7-544B-4AC1-9EB9-626087731617}"/>
              </a:ext>
            </a:extLst>
          </p:cNvPr>
          <p:cNvSpPr>
            <a:spLocks noChangeArrowheads="1"/>
          </p:cNvSpPr>
          <p:nvPr/>
        </p:nvSpPr>
        <p:spPr bwMode="gray">
          <a:xfrm>
            <a:off x="3960726" y="2673935"/>
            <a:ext cx="1721294" cy="142022"/>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lIns="0" tIns="0" rIns="0" bIns="0"/>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eaLnBrk="0" fontAlgn="base" hangingPunct="0">
              <a:lnSpc>
                <a:spcPct val="90000"/>
              </a:lnSpc>
              <a:spcBef>
                <a:spcPct val="0"/>
              </a:spcBef>
              <a:spcAft>
                <a:spcPct val="0"/>
              </a:spcAft>
              <a:buClr>
                <a:srgbClr val="777777"/>
              </a:buClr>
              <a:buSzPct val="80000"/>
              <a:defRPr/>
            </a:pPr>
            <a:r>
              <a:rPr lang="en-US" altLang="en-US" sz="1000" kern="0" dirty="0">
                <a:solidFill>
                  <a:srgbClr val="000000"/>
                </a:solidFill>
                <a:latin typeface="Book Antiqua" panose="02040602050305030304" pitchFamily="18" charset="0"/>
              </a:rPr>
              <a:t>Data </a:t>
            </a:r>
            <a:r>
              <a:rPr lang="en-US" altLang="en-US" sz="1000" kern="0" dirty="0" err="1">
                <a:solidFill>
                  <a:srgbClr val="000000"/>
                </a:solidFill>
                <a:latin typeface="Book Antiqua" panose="02040602050305030304" pitchFamily="18" charset="0"/>
              </a:rPr>
              <a:t>Surveilans</a:t>
            </a:r>
            <a:endParaRPr kumimoji="0" lang="en-US" altLang="en-US" sz="1000" b="0" i="0" u="none" strike="noStrike" kern="0" cap="none" spc="0" normalizeH="0" baseline="0" noProof="0" dirty="0">
              <a:ln>
                <a:noFill/>
              </a:ln>
              <a:solidFill>
                <a:srgbClr val="000000"/>
              </a:solidFill>
              <a:effectLst/>
              <a:uLnTx/>
              <a:uFillTx/>
              <a:latin typeface="Book Antiqua" panose="02040602050305030304" pitchFamily="18" charset="0"/>
            </a:endParaRPr>
          </a:p>
        </p:txBody>
      </p:sp>
      <p:sp>
        <p:nvSpPr>
          <p:cNvPr id="88" name="Rectangle 35">
            <a:extLst>
              <a:ext uri="{FF2B5EF4-FFF2-40B4-BE49-F238E27FC236}">
                <a16:creationId xmlns:a16="http://schemas.microsoft.com/office/drawing/2014/main" id="{15B1D074-824B-41AF-8153-6029F12CA56D}"/>
              </a:ext>
            </a:extLst>
          </p:cNvPr>
          <p:cNvSpPr>
            <a:spLocks noChangeArrowheads="1"/>
          </p:cNvSpPr>
          <p:nvPr/>
        </p:nvSpPr>
        <p:spPr bwMode="gray">
          <a:xfrm>
            <a:off x="3694053" y="2647946"/>
            <a:ext cx="177266" cy="166012"/>
          </a:xfrm>
          <a:prstGeom prst="rect">
            <a:avLst/>
          </a:prstGeom>
          <a:solidFill>
            <a:schemeClr val="accent4"/>
          </a:solidFill>
          <a:ln w="3175">
            <a:noFill/>
            <a:miter lim="800000"/>
            <a:headEnd/>
            <a:tailEnd/>
          </a:ln>
          <a:effectLst/>
        </p:spPr>
        <p:txBody>
          <a:bodyPr wrap="none" lIns="90000" tIns="46800" rIns="90000" bIns="46800" anchor="ctr"/>
          <a:lstStyle/>
          <a:p>
            <a:pPr marL="187325" indent="-187325" algn="ctr" defTabSz="762000" eaLnBrk="0" fontAlgn="base" hangingPunct="0">
              <a:lnSpc>
                <a:spcPct val="90000"/>
              </a:lnSpc>
              <a:spcBef>
                <a:spcPct val="0"/>
              </a:spcBef>
              <a:spcAft>
                <a:spcPct val="0"/>
              </a:spcAft>
              <a:buClr>
                <a:srgbClr val="777777"/>
              </a:buClr>
              <a:buSzPct val="80000"/>
              <a:buFont typeface="Wingdings" panose="05000000000000000000" pitchFamily="2" charset="2"/>
              <a:buNone/>
            </a:pPr>
            <a:r>
              <a:rPr lang="en-US" altLang="en-US" sz="1000" kern="0" dirty="0">
                <a:solidFill>
                  <a:srgbClr val="FFFFFF"/>
                </a:solidFill>
                <a:latin typeface="Book Antiqua" panose="02040602050305030304" pitchFamily="18" charset="0"/>
                <a:cs typeface="Arial" panose="020B0604020202020204" pitchFamily="34" charset="0"/>
              </a:rPr>
              <a:t>S6</a:t>
            </a:r>
          </a:p>
        </p:txBody>
      </p:sp>
      <p:sp>
        <p:nvSpPr>
          <p:cNvPr id="89" name="Rectangle 34">
            <a:extLst>
              <a:ext uri="{FF2B5EF4-FFF2-40B4-BE49-F238E27FC236}">
                <a16:creationId xmlns:a16="http://schemas.microsoft.com/office/drawing/2014/main" id="{DF06C8FA-717B-4EF2-942B-1E98D2214999}"/>
              </a:ext>
            </a:extLst>
          </p:cNvPr>
          <p:cNvSpPr>
            <a:spLocks noChangeArrowheads="1"/>
          </p:cNvSpPr>
          <p:nvPr/>
        </p:nvSpPr>
        <p:spPr bwMode="gray">
          <a:xfrm>
            <a:off x="3960726" y="2846407"/>
            <a:ext cx="1721294" cy="142022"/>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lIns="0" tIns="0" rIns="0" bIns="0"/>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eaLnBrk="0" fontAlgn="base" hangingPunct="0">
              <a:lnSpc>
                <a:spcPct val="90000"/>
              </a:lnSpc>
              <a:spcBef>
                <a:spcPct val="0"/>
              </a:spcBef>
              <a:spcAft>
                <a:spcPct val="0"/>
              </a:spcAft>
              <a:buClr>
                <a:srgbClr val="777777"/>
              </a:buClr>
              <a:buSzPct val="80000"/>
              <a:defRPr/>
            </a:pPr>
            <a:r>
              <a:rPr lang="en-US" altLang="en-US" sz="1000" kern="0" dirty="0">
                <a:solidFill>
                  <a:srgbClr val="000000"/>
                </a:solidFill>
                <a:latin typeface="Book Antiqua" panose="02040602050305030304" pitchFamily="18" charset="0"/>
              </a:rPr>
              <a:t>Data </a:t>
            </a:r>
            <a:r>
              <a:rPr lang="en-US" altLang="en-US" sz="1000" kern="0" dirty="0" err="1">
                <a:solidFill>
                  <a:srgbClr val="000000"/>
                </a:solidFill>
                <a:latin typeface="Book Antiqua" panose="02040602050305030304" pitchFamily="18" charset="0"/>
              </a:rPr>
              <a:t>Uji</a:t>
            </a:r>
            <a:r>
              <a:rPr lang="en-US" altLang="en-US" sz="1000" kern="0" dirty="0">
                <a:solidFill>
                  <a:srgbClr val="000000"/>
                </a:solidFill>
                <a:latin typeface="Book Antiqua" panose="02040602050305030304" pitchFamily="18" charset="0"/>
              </a:rPr>
              <a:t> </a:t>
            </a:r>
            <a:r>
              <a:rPr lang="en-US" altLang="en-US" sz="1000" kern="0" dirty="0" err="1">
                <a:solidFill>
                  <a:srgbClr val="000000"/>
                </a:solidFill>
                <a:latin typeface="Book Antiqua" panose="02040602050305030304" pitchFamily="18" charset="0"/>
              </a:rPr>
              <a:t>Tuntas</a:t>
            </a:r>
            <a:r>
              <a:rPr lang="en-US" altLang="en-US" sz="1000" kern="0" dirty="0">
                <a:solidFill>
                  <a:srgbClr val="000000"/>
                </a:solidFill>
                <a:latin typeface="Book Antiqua" panose="02040602050305030304" pitchFamily="18" charset="0"/>
              </a:rPr>
              <a:t> / </a:t>
            </a:r>
            <a:r>
              <a:rPr lang="en-US" altLang="en-US" sz="1000" i="1" kern="0" dirty="0">
                <a:solidFill>
                  <a:srgbClr val="000000"/>
                </a:solidFill>
                <a:latin typeface="Book Antiqua" panose="02040602050305030304" pitchFamily="18" charset="0"/>
              </a:rPr>
              <a:t>Due </a:t>
            </a:r>
            <a:r>
              <a:rPr lang="en-US" altLang="en-US" sz="1000" i="1" kern="0" dirty="0" err="1">
                <a:solidFill>
                  <a:srgbClr val="000000"/>
                </a:solidFill>
                <a:latin typeface="Book Antiqua" panose="02040602050305030304" pitchFamily="18" charset="0"/>
              </a:rPr>
              <a:t>Dilligence</a:t>
            </a:r>
            <a:endParaRPr kumimoji="0" lang="en-US" altLang="en-US" sz="1000" b="0" i="1" u="none" strike="noStrike" kern="0" cap="none" spc="0" normalizeH="0" baseline="0" noProof="0" dirty="0">
              <a:ln>
                <a:noFill/>
              </a:ln>
              <a:solidFill>
                <a:srgbClr val="000000"/>
              </a:solidFill>
              <a:effectLst/>
              <a:uLnTx/>
              <a:uFillTx/>
              <a:latin typeface="Book Antiqua" panose="02040602050305030304" pitchFamily="18" charset="0"/>
            </a:endParaRPr>
          </a:p>
        </p:txBody>
      </p:sp>
      <p:sp>
        <p:nvSpPr>
          <p:cNvPr id="90" name="Rectangle 35">
            <a:extLst>
              <a:ext uri="{FF2B5EF4-FFF2-40B4-BE49-F238E27FC236}">
                <a16:creationId xmlns:a16="http://schemas.microsoft.com/office/drawing/2014/main" id="{C452683A-1B50-4ECF-892A-5C8EC0763688}"/>
              </a:ext>
            </a:extLst>
          </p:cNvPr>
          <p:cNvSpPr>
            <a:spLocks noChangeArrowheads="1"/>
          </p:cNvSpPr>
          <p:nvPr/>
        </p:nvSpPr>
        <p:spPr bwMode="gray">
          <a:xfrm>
            <a:off x="3694053" y="2836447"/>
            <a:ext cx="177266" cy="166012"/>
          </a:xfrm>
          <a:prstGeom prst="rect">
            <a:avLst/>
          </a:prstGeom>
          <a:solidFill>
            <a:schemeClr val="accent4"/>
          </a:solidFill>
          <a:ln w="3175">
            <a:noFill/>
            <a:miter lim="800000"/>
            <a:headEnd/>
            <a:tailEnd/>
          </a:ln>
          <a:effectLst/>
        </p:spPr>
        <p:txBody>
          <a:bodyPr wrap="none" lIns="90000" tIns="46800" rIns="90000" bIns="46800" anchor="ctr"/>
          <a:lstStyle/>
          <a:p>
            <a:pPr marL="187325" indent="-187325" algn="ctr" defTabSz="762000" eaLnBrk="0" fontAlgn="base" hangingPunct="0">
              <a:lnSpc>
                <a:spcPct val="90000"/>
              </a:lnSpc>
              <a:spcBef>
                <a:spcPct val="0"/>
              </a:spcBef>
              <a:spcAft>
                <a:spcPct val="0"/>
              </a:spcAft>
              <a:buClr>
                <a:srgbClr val="777777"/>
              </a:buClr>
              <a:buSzPct val="80000"/>
              <a:buFont typeface="Wingdings" panose="05000000000000000000" pitchFamily="2" charset="2"/>
              <a:buNone/>
            </a:pPr>
            <a:r>
              <a:rPr lang="en-US" altLang="en-US" sz="1000" kern="0">
                <a:solidFill>
                  <a:srgbClr val="FFFFFF"/>
                </a:solidFill>
                <a:latin typeface="Book Antiqua" panose="02040602050305030304" pitchFamily="18" charset="0"/>
                <a:cs typeface="Arial" panose="020B0604020202020204" pitchFamily="34" charset="0"/>
              </a:rPr>
              <a:t>S7</a:t>
            </a:r>
            <a:endParaRPr lang="en-US" altLang="en-US" sz="1000" kern="0" dirty="0">
              <a:solidFill>
                <a:srgbClr val="FFFFFF"/>
              </a:solidFill>
              <a:latin typeface="Book Antiqua" panose="02040602050305030304" pitchFamily="18" charset="0"/>
              <a:cs typeface="Arial" panose="020B0604020202020204" pitchFamily="34" charset="0"/>
            </a:endParaRPr>
          </a:p>
        </p:txBody>
      </p:sp>
      <p:sp>
        <p:nvSpPr>
          <p:cNvPr id="91" name="Rectangle 34">
            <a:extLst>
              <a:ext uri="{FF2B5EF4-FFF2-40B4-BE49-F238E27FC236}">
                <a16:creationId xmlns:a16="http://schemas.microsoft.com/office/drawing/2014/main" id="{BCC00B2E-19A2-4126-BE3D-6AF341C5C9CC}"/>
              </a:ext>
            </a:extLst>
          </p:cNvPr>
          <p:cNvSpPr>
            <a:spLocks noChangeArrowheads="1"/>
          </p:cNvSpPr>
          <p:nvPr/>
        </p:nvSpPr>
        <p:spPr bwMode="gray">
          <a:xfrm>
            <a:off x="3957962" y="2473204"/>
            <a:ext cx="1721294" cy="142022"/>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lIns="0" tIns="0" rIns="0" bIns="0"/>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eaLnBrk="0" fontAlgn="base" hangingPunct="0">
              <a:lnSpc>
                <a:spcPct val="90000"/>
              </a:lnSpc>
              <a:spcBef>
                <a:spcPct val="0"/>
              </a:spcBef>
              <a:spcAft>
                <a:spcPct val="0"/>
              </a:spcAft>
              <a:buClr>
                <a:srgbClr val="777777"/>
              </a:buClr>
              <a:buSzPct val="80000"/>
              <a:defRPr/>
            </a:pPr>
            <a:r>
              <a:rPr lang="en-US" altLang="en-US" sz="1000" kern="0" noProof="0" dirty="0">
                <a:solidFill>
                  <a:srgbClr val="000000"/>
                </a:solidFill>
                <a:latin typeface="Book Antiqua" panose="02040602050305030304" pitchFamily="18" charset="0"/>
              </a:rPr>
              <a:t>Data </a:t>
            </a:r>
            <a:r>
              <a:rPr lang="en-US" altLang="en-US" sz="1000" kern="0" noProof="0" dirty="0" err="1">
                <a:solidFill>
                  <a:srgbClr val="000000"/>
                </a:solidFill>
                <a:latin typeface="Book Antiqua" panose="02040602050305030304" pitchFamily="18" charset="0"/>
              </a:rPr>
              <a:t>Preservasi</a:t>
            </a:r>
            <a:r>
              <a:rPr lang="en-US" altLang="en-US" sz="1000" kern="0" noProof="0" dirty="0">
                <a:solidFill>
                  <a:srgbClr val="000000"/>
                </a:solidFill>
                <a:latin typeface="Book Antiqua" panose="02040602050305030304" pitchFamily="18" charset="0"/>
              </a:rPr>
              <a:t> Bank</a:t>
            </a:r>
            <a:endParaRPr kumimoji="0" lang="en-US" altLang="en-US" sz="1000" b="0" i="0" u="none" strike="noStrike" kern="0" cap="none" spc="0" normalizeH="0" baseline="0" noProof="0" dirty="0">
              <a:ln>
                <a:noFill/>
              </a:ln>
              <a:solidFill>
                <a:srgbClr val="000000"/>
              </a:solidFill>
              <a:effectLst/>
              <a:uLnTx/>
              <a:uFillTx/>
              <a:latin typeface="Book Antiqua" panose="02040602050305030304" pitchFamily="18" charset="0"/>
            </a:endParaRPr>
          </a:p>
        </p:txBody>
      </p:sp>
      <p:sp>
        <p:nvSpPr>
          <p:cNvPr id="92" name="Rectangle 35">
            <a:extLst>
              <a:ext uri="{FF2B5EF4-FFF2-40B4-BE49-F238E27FC236}">
                <a16:creationId xmlns:a16="http://schemas.microsoft.com/office/drawing/2014/main" id="{1F282BD4-DE3E-4517-B30E-4FE7D3C3E2E3}"/>
              </a:ext>
            </a:extLst>
          </p:cNvPr>
          <p:cNvSpPr>
            <a:spLocks noChangeArrowheads="1"/>
          </p:cNvSpPr>
          <p:nvPr/>
        </p:nvSpPr>
        <p:spPr bwMode="gray">
          <a:xfrm>
            <a:off x="3691292" y="2461209"/>
            <a:ext cx="177266" cy="166012"/>
          </a:xfrm>
          <a:prstGeom prst="rect">
            <a:avLst/>
          </a:prstGeom>
          <a:solidFill>
            <a:schemeClr val="accent4"/>
          </a:solidFill>
          <a:ln w="3175">
            <a:noFill/>
            <a:miter lim="800000"/>
            <a:headEnd/>
            <a:tailEnd/>
          </a:ln>
          <a:effectLst/>
        </p:spPr>
        <p:txBody>
          <a:bodyPr wrap="none" lIns="90000" tIns="46800" rIns="90000" bIns="46800" anchor="ctr"/>
          <a:lstStyle/>
          <a:p>
            <a:pPr marL="187325" indent="-187325" algn="ctr" defTabSz="762000" eaLnBrk="0" fontAlgn="base" hangingPunct="0">
              <a:lnSpc>
                <a:spcPct val="90000"/>
              </a:lnSpc>
              <a:spcBef>
                <a:spcPct val="0"/>
              </a:spcBef>
              <a:spcAft>
                <a:spcPct val="0"/>
              </a:spcAft>
              <a:buClr>
                <a:srgbClr val="777777"/>
              </a:buClr>
              <a:buSzPct val="80000"/>
              <a:buFont typeface="Wingdings" panose="05000000000000000000" pitchFamily="2" charset="2"/>
              <a:buNone/>
            </a:pPr>
            <a:r>
              <a:rPr lang="en-US" altLang="en-US" sz="1000" kern="0" dirty="0">
                <a:solidFill>
                  <a:srgbClr val="FFFFFF"/>
                </a:solidFill>
                <a:latin typeface="Book Antiqua" panose="02040602050305030304" pitchFamily="18" charset="0"/>
                <a:cs typeface="Arial" panose="020B0604020202020204" pitchFamily="34" charset="0"/>
              </a:rPr>
              <a:t>S5</a:t>
            </a:r>
          </a:p>
        </p:txBody>
      </p:sp>
      <p:sp>
        <p:nvSpPr>
          <p:cNvPr id="93" name="AutoShape 110">
            <a:extLst>
              <a:ext uri="{FF2B5EF4-FFF2-40B4-BE49-F238E27FC236}">
                <a16:creationId xmlns:a16="http://schemas.microsoft.com/office/drawing/2014/main" id="{18BC831E-B1C5-493B-8E1E-EACC9A7AE43C}"/>
              </a:ext>
            </a:extLst>
          </p:cNvPr>
          <p:cNvSpPr>
            <a:spLocks noChangeArrowheads="1"/>
          </p:cNvSpPr>
          <p:nvPr/>
        </p:nvSpPr>
        <p:spPr bwMode="auto">
          <a:xfrm>
            <a:off x="5858232" y="1468833"/>
            <a:ext cx="266669" cy="171499"/>
          </a:xfrm>
          <a:prstGeom prst="diamond">
            <a:avLst/>
          </a:prstGeom>
          <a:solidFill>
            <a:schemeClr val="accent1"/>
          </a:solidFill>
          <a:ln w="3175">
            <a:noFill/>
            <a:miter lim="800000"/>
            <a:headEnd/>
            <a:tailEnd/>
          </a:ln>
          <a:effectLst/>
        </p:spPr>
        <p:txBody>
          <a:bodyPr wrap="none" lIns="90000" tIns="46800" rIns="90000" bIns="46800" anchor="ctr"/>
          <a:lstStyle>
            <a:lvl1pPr algn="ctr">
              <a:defRPr sz="600" b="1" i="1">
                <a:solidFill>
                  <a:srgbClr val="FF0000"/>
                </a:solidFill>
                <a:latin typeface="Arial" panose="020B0604020202020204" pitchFamily="34" charset="0"/>
                <a:cs typeface="Arial" panose="020B0604020202020204" pitchFamily="34" charset="0"/>
              </a:defRPr>
            </a:lvl1pPr>
            <a:lvl2pPr marL="742950" indent="-285750" algn="ctr">
              <a:defRPr sz="600" b="1" i="1">
                <a:solidFill>
                  <a:srgbClr val="FF0000"/>
                </a:solidFill>
                <a:latin typeface="Arial" panose="020B0604020202020204" pitchFamily="34" charset="0"/>
                <a:cs typeface="Arial" panose="020B0604020202020204" pitchFamily="34" charset="0"/>
              </a:defRPr>
            </a:lvl2pPr>
            <a:lvl3pPr marL="1143000" indent="-228600" algn="ctr">
              <a:defRPr sz="600" b="1" i="1">
                <a:solidFill>
                  <a:srgbClr val="FF0000"/>
                </a:solidFill>
                <a:latin typeface="Arial" panose="020B0604020202020204" pitchFamily="34" charset="0"/>
                <a:cs typeface="Arial" panose="020B0604020202020204" pitchFamily="34" charset="0"/>
              </a:defRPr>
            </a:lvl3pPr>
            <a:lvl4pPr marL="1600200" indent="-228600" algn="ctr">
              <a:defRPr sz="600" b="1" i="1">
                <a:solidFill>
                  <a:srgbClr val="FF0000"/>
                </a:solidFill>
                <a:latin typeface="Arial" panose="020B0604020202020204" pitchFamily="34" charset="0"/>
                <a:cs typeface="Arial" panose="020B0604020202020204" pitchFamily="34" charset="0"/>
              </a:defRPr>
            </a:lvl4pPr>
            <a:lvl5pPr marL="2057400" indent="-228600" algn="ctr">
              <a:defRPr sz="600" b="1" i="1">
                <a:solidFill>
                  <a:srgbClr val="FF0000"/>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600" b="1" i="1">
                <a:solidFill>
                  <a:srgbClr val="FF0000"/>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600" b="1" i="1">
                <a:solidFill>
                  <a:srgbClr val="FF0000"/>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600" b="1" i="1">
                <a:solidFill>
                  <a:srgbClr val="FF0000"/>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600" b="1" i="1">
                <a:solidFill>
                  <a:srgbClr val="FF0000"/>
                </a:solidFill>
                <a:latin typeface="Arial" panose="020B0604020202020204" pitchFamily="34" charset="0"/>
                <a:cs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 typeface="Wingdings" panose="05000000000000000000" pitchFamily="2" charset="2"/>
              <a:buNone/>
              <a:tabLst/>
              <a:defRPr/>
            </a:pPr>
            <a:r>
              <a:rPr kumimoji="0" lang="en-US" altLang="en-US" sz="1000" b="0" i="0" u="none" strike="noStrike" kern="0" cap="none" spc="0" normalizeH="0" baseline="0" noProof="0" dirty="0">
                <a:ln>
                  <a:noFill/>
                </a:ln>
                <a:solidFill>
                  <a:schemeClr val="bg1"/>
                </a:solidFill>
                <a:effectLst/>
                <a:uLnTx/>
                <a:uFillTx/>
                <a:latin typeface="Book Antiqua" panose="02040602050305030304" pitchFamily="18" charset="0"/>
              </a:rPr>
              <a:t>R1</a:t>
            </a:r>
          </a:p>
        </p:txBody>
      </p:sp>
      <p:sp>
        <p:nvSpPr>
          <p:cNvPr id="94" name="Rectangle 109">
            <a:extLst>
              <a:ext uri="{FF2B5EF4-FFF2-40B4-BE49-F238E27FC236}">
                <a16:creationId xmlns:a16="http://schemas.microsoft.com/office/drawing/2014/main" id="{882E2797-617E-4142-BABF-046CB70A57D1}"/>
              </a:ext>
            </a:extLst>
          </p:cNvPr>
          <p:cNvSpPr>
            <a:spLocks noChangeArrowheads="1"/>
          </p:cNvSpPr>
          <p:nvPr/>
        </p:nvSpPr>
        <p:spPr bwMode="auto">
          <a:xfrm>
            <a:off x="6232903" y="1468835"/>
            <a:ext cx="1623728" cy="111131"/>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lIns="0" tIns="0" rIns="0" bIns="0"/>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eaLnBrk="0" fontAlgn="base" hangingPunct="0">
              <a:lnSpc>
                <a:spcPct val="90000"/>
              </a:lnSpc>
              <a:spcBef>
                <a:spcPct val="0"/>
              </a:spcBef>
              <a:spcAft>
                <a:spcPct val="0"/>
              </a:spcAft>
              <a:buClr>
                <a:srgbClr val="777777"/>
              </a:buClr>
              <a:buSzPct val="80000"/>
              <a:defRPr/>
            </a:pPr>
            <a:r>
              <a:rPr lang="en-US" altLang="en-US" sz="1000" kern="0" dirty="0">
                <a:solidFill>
                  <a:srgbClr val="000000"/>
                </a:solidFill>
                <a:latin typeface="Book Antiqua" panose="02040602050305030304" pitchFamily="18" charset="0"/>
              </a:rPr>
              <a:t>Data </a:t>
            </a:r>
            <a:r>
              <a:rPr lang="en-US" altLang="en-US" sz="1000" kern="0" dirty="0" err="1">
                <a:solidFill>
                  <a:srgbClr val="000000"/>
                </a:solidFill>
                <a:latin typeface="Book Antiqua" panose="02040602050305030304" pitchFamily="18" charset="0"/>
              </a:rPr>
              <a:t>Analisis</a:t>
            </a:r>
            <a:r>
              <a:rPr lang="en-US" altLang="en-US" sz="1000" kern="0" dirty="0">
                <a:solidFill>
                  <a:srgbClr val="000000"/>
                </a:solidFill>
                <a:latin typeface="Book Antiqua" panose="02040602050305030304" pitchFamily="18" charset="0"/>
              </a:rPr>
              <a:t> </a:t>
            </a:r>
            <a:r>
              <a:rPr lang="en-US" altLang="en-US" sz="1000" kern="0" dirty="0" err="1">
                <a:solidFill>
                  <a:srgbClr val="000000"/>
                </a:solidFill>
                <a:latin typeface="Book Antiqua" panose="02040602050305030304" pitchFamily="18" charset="0"/>
              </a:rPr>
              <a:t>Resolusi</a:t>
            </a:r>
            <a:endParaRPr kumimoji="0" lang="en-US" altLang="en-US" sz="1000" b="0" i="0" u="none" strike="noStrike" kern="0" cap="none" spc="0" normalizeH="0" baseline="0" noProof="0" dirty="0">
              <a:ln>
                <a:noFill/>
              </a:ln>
              <a:solidFill>
                <a:srgbClr val="000000"/>
              </a:solidFill>
              <a:effectLst/>
              <a:uLnTx/>
              <a:uFillTx/>
              <a:latin typeface="Book Antiqua" panose="02040602050305030304" pitchFamily="18" charset="0"/>
            </a:endParaRPr>
          </a:p>
        </p:txBody>
      </p:sp>
      <p:sp>
        <p:nvSpPr>
          <p:cNvPr id="95" name="Rectangle 103">
            <a:extLst>
              <a:ext uri="{FF2B5EF4-FFF2-40B4-BE49-F238E27FC236}">
                <a16:creationId xmlns:a16="http://schemas.microsoft.com/office/drawing/2014/main" id="{6273648A-C775-4B5A-8ED3-2D3589D29926}"/>
              </a:ext>
            </a:extLst>
          </p:cNvPr>
          <p:cNvSpPr>
            <a:spLocks noChangeArrowheads="1"/>
          </p:cNvSpPr>
          <p:nvPr/>
        </p:nvSpPr>
        <p:spPr bwMode="gray">
          <a:xfrm>
            <a:off x="1805449" y="1941239"/>
            <a:ext cx="1636478" cy="79290"/>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lIns="0" tIns="0" rIns="0" bIns="0"/>
          <a:lstStyle>
            <a:lvl1pPr marL="187325" indent="-187325"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eaLnBrk="0" fontAlgn="base" hangingPunct="0">
              <a:lnSpc>
                <a:spcPct val="90000"/>
              </a:lnSpc>
              <a:spcBef>
                <a:spcPct val="0"/>
              </a:spcBef>
              <a:spcAft>
                <a:spcPct val="0"/>
              </a:spcAft>
              <a:buClr>
                <a:srgbClr val="777777"/>
              </a:buClr>
              <a:buSzPct val="80000"/>
              <a:defRPr/>
            </a:pPr>
            <a:r>
              <a:rPr lang="en-US" altLang="en-US" sz="1000" kern="0" dirty="0" err="1">
                <a:solidFill>
                  <a:srgbClr val="000000"/>
                </a:solidFill>
                <a:latin typeface="Book Antiqua" panose="02040602050305030304" pitchFamily="18" charset="0"/>
              </a:rPr>
              <a:t>Tarif</a:t>
            </a:r>
            <a:r>
              <a:rPr lang="en-US" altLang="en-US" sz="1000" kern="0" dirty="0">
                <a:solidFill>
                  <a:srgbClr val="000000"/>
                </a:solidFill>
                <a:latin typeface="Book Antiqua" panose="02040602050305030304" pitchFamily="18" charset="0"/>
              </a:rPr>
              <a:t> </a:t>
            </a:r>
            <a:r>
              <a:rPr lang="en-US" altLang="en-US" sz="1000" kern="0" dirty="0" err="1">
                <a:solidFill>
                  <a:srgbClr val="000000"/>
                </a:solidFill>
                <a:latin typeface="Book Antiqua" panose="02040602050305030304" pitchFamily="18" charset="0"/>
              </a:rPr>
              <a:t>Premi</a:t>
            </a:r>
            <a:endParaRPr kumimoji="0" lang="en-US" altLang="en-US" sz="1000" b="0" i="0" u="none" strike="noStrike" kern="0" cap="none" spc="0" normalizeH="0" baseline="0" noProof="0" dirty="0">
              <a:ln>
                <a:noFill/>
              </a:ln>
              <a:solidFill>
                <a:srgbClr val="000000"/>
              </a:solidFill>
              <a:effectLst/>
              <a:uLnTx/>
              <a:uFillTx/>
              <a:latin typeface="Book Antiqua" panose="02040602050305030304" pitchFamily="18" charset="0"/>
            </a:endParaRPr>
          </a:p>
        </p:txBody>
      </p:sp>
      <p:sp>
        <p:nvSpPr>
          <p:cNvPr id="96" name="Rectangle 83">
            <a:extLst>
              <a:ext uri="{FF2B5EF4-FFF2-40B4-BE49-F238E27FC236}">
                <a16:creationId xmlns:a16="http://schemas.microsoft.com/office/drawing/2014/main" id="{7A2DB873-FB3E-4943-91AF-AED407F82D14}"/>
              </a:ext>
            </a:extLst>
          </p:cNvPr>
          <p:cNvSpPr>
            <a:spLocks noChangeArrowheads="1"/>
          </p:cNvSpPr>
          <p:nvPr/>
        </p:nvSpPr>
        <p:spPr bwMode="auto">
          <a:xfrm>
            <a:off x="4008981" y="4105985"/>
            <a:ext cx="1643486" cy="167384"/>
          </a:xfrm>
          <a:prstGeom prst="rect">
            <a:avLst/>
          </a:prstGeom>
          <a:noFill/>
          <a:ln w="3175">
            <a:noFill/>
            <a:miter lim="800000"/>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lIns="0" tIns="0" rIns="0" bIns="0"/>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eaLnBrk="0" fontAlgn="base" hangingPunct="0">
              <a:lnSpc>
                <a:spcPct val="90000"/>
              </a:lnSpc>
              <a:spcBef>
                <a:spcPct val="0"/>
              </a:spcBef>
              <a:spcAft>
                <a:spcPct val="0"/>
              </a:spcAft>
              <a:buClr>
                <a:srgbClr val="777777"/>
              </a:buClr>
              <a:buSzPct val="80000"/>
              <a:defRPr/>
            </a:pPr>
            <a:r>
              <a:rPr lang="en-US" altLang="en-US" sz="1000" kern="0" dirty="0">
                <a:solidFill>
                  <a:srgbClr val="000000"/>
                </a:solidFill>
                <a:latin typeface="Book Antiqua" panose="02040602050305030304" pitchFamily="18" charset="0"/>
              </a:rPr>
              <a:t>Data </a:t>
            </a:r>
            <a:r>
              <a:rPr lang="en-US" altLang="en-US" sz="1000" kern="0" dirty="0" err="1">
                <a:solidFill>
                  <a:srgbClr val="000000"/>
                </a:solidFill>
                <a:latin typeface="Book Antiqua" panose="02040602050305030304" pitchFamily="18" charset="0"/>
              </a:rPr>
              <a:t>Hukum</a:t>
            </a:r>
            <a:endParaRPr kumimoji="0" lang="en-US" altLang="en-US" sz="1000" b="0" i="0" u="none" strike="noStrike" kern="0" cap="none" spc="0" normalizeH="0" baseline="0" noProof="0" dirty="0">
              <a:ln>
                <a:noFill/>
              </a:ln>
              <a:solidFill>
                <a:srgbClr val="000000"/>
              </a:solidFill>
              <a:effectLst/>
              <a:uLnTx/>
              <a:uFillTx/>
              <a:latin typeface="Book Antiqua" panose="02040602050305030304" pitchFamily="18" charset="0"/>
            </a:endParaRPr>
          </a:p>
        </p:txBody>
      </p:sp>
      <p:sp>
        <p:nvSpPr>
          <p:cNvPr id="97" name="Rectangle 83">
            <a:extLst>
              <a:ext uri="{FF2B5EF4-FFF2-40B4-BE49-F238E27FC236}">
                <a16:creationId xmlns:a16="http://schemas.microsoft.com/office/drawing/2014/main" id="{0AA2CD89-603D-42A3-B7CC-72FECEF08860}"/>
              </a:ext>
            </a:extLst>
          </p:cNvPr>
          <p:cNvSpPr>
            <a:spLocks noChangeArrowheads="1"/>
          </p:cNvSpPr>
          <p:nvPr/>
        </p:nvSpPr>
        <p:spPr bwMode="auto">
          <a:xfrm>
            <a:off x="4008981" y="4312841"/>
            <a:ext cx="1643486" cy="167384"/>
          </a:xfrm>
          <a:prstGeom prst="rect">
            <a:avLst/>
          </a:prstGeom>
          <a:noFill/>
          <a:ln w="3175">
            <a:noFill/>
            <a:miter lim="800000"/>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lIns="0" tIns="0" rIns="0" bIns="0"/>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eaLnBrk="0" fontAlgn="base" hangingPunct="0">
              <a:lnSpc>
                <a:spcPct val="90000"/>
              </a:lnSpc>
              <a:spcBef>
                <a:spcPct val="0"/>
              </a:spcBef>
              <a:spcAft>
                <a:spcPct val="0"/>
              </a:spcAft>
              <a:buClr>
                <a:srgbClr val="777777"/>
              </a:buClr>
              <a:buSzPct val="80000"/>
              <a:defRPr/>
            </a:pPr>
            <a:r>
              <a:rPr lang="en-US" altLang="en-US" sz="1000" kern="0" dirty="0">
                <a:solidFill>
                  <a:srgbClr val="000000"/>
                </a:solidFill>
                <a:latin typeface="Book Antiqua" panose="02040602050305030304" pitchFamily="18" charset="0"/>
              </a:rPr>
              <a:t>Data </a:t>
            </a:r>
            <a:r>
              <a:rPr lang="en-US" altLang="en-US" sz="1000" kern="0" dirty="0" err="1">
                <a:solidFill>
                  <a:srgbClr val="000000"/>
                </a:solidFill>
                <a:latin typeface="Book Antiqua" panose="02040602050305030304" pitchFamily="18" charset="0"/>
              </a:rPr>
              <a:t>Kepatuhan</a:t>
            </a:r>
            <a:endParaRPr kumimoji="0" lang="en-US" altLang="en-US" sz="1000" b="0" i="0" u="none" strike="noStrike" kern="0" cap="none" spc="0" normalizeH="0" baseline="0" noProof="0" dirty="0">
              <a:ln>
                <a:noFill/>
              </a:ln>
              <a:solidFill>
                <a:srgbClr val="000000"/>
              </a:solidFill>
              <a:effectLst/>
              <a:uLnTx/>
              <a:uFillTx/>
              <a:latin typeface="Book Antiqua" panose="02040602050305030304" pitchFamily="18" charset="0"/>
            </a:endParaRPr>
          </a:p>
        </p:txBody>
      </p:sp>
      <p:sp>
        <p:nvSpPr>
          <p:cNvPr id="98" name="Rectangle 43">
            <a:extLst>
              <a:ext uri="{FF2B5EF4-FFF2-40B4-BE49-F238E27FC236}">
                <a16:creationId xmlns:a16="http://schemas.microsoft.com/office/drawing/2014/main" id="{1D3E6FDE-EA59-4865-9454-77D4CF21A747}"/>
              </a:ext>
            </a:extLst>
          </p:cNvPr>
          <p:cNvSpPr>
            <a:spLocks noChangeArrowheads="1"/>
          </p:cNvSpPr>
          <p:nvPr/>
        </p:nvSpPr>
        <p:spPr bwMode="auto">
          <a:xfrm>
            <a:off x="8470580" y="2160442"/>
            <a:ext cx="1623728" cy="127596"/>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lIns="0" tIns="0" rIns="0" bIns="0"/>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eaLnBrk="0" fontAlgn="base" hangingPunct="0">
              <a:lnSpc>
                <a:spcPct val="90000"/>
              </a:lnSpc>
              <a:spcBef>
                <a:spcPct val="0"/>
              </a:spcBef>
              <a:spcAft>
                <a:spcPct val="0"/>
              </a:spcAft>
              <a:buClr>
                <a:srgbClr val="777777"/>
              </a:buClr>
              <a:buSzPct val="80000"/>
              <a:defRPr/>
            </a:pPr>
            <a:r>
              <a:rPr lang="en-US" altLang="en-US" sz="1000" kern="0" dirty="0">
                <a:latin typeface="Book Antiqua" panose="02040602050305030304" pitchFamily="18" charset="0"/>
              </a:rPr>
              <a:t>Data </a:t>
            </a:r>
            <a:r>
              <a:rPr lang="en-US" altLang="en-US" sz="1000" kern="0" dirty="0" err="1">
                <a:latin typeface="Book Antiqua" panose="02040602050305030304" pitchFamily="18" charset="0"/>
              </a:rPr>
              <a:t>Pinjaman</a:t>
            </a:r>
            <a:r>
              <a:rPr lang="en-US" altLang="en-US" sz="1000" kern="0" dirty="0">
                <a:latin typeface="Book Antiqua" panose="02040602050305030304" pitchFamily="18" charset="0"/>
              </a:rPr>
              <a:t> / </a:t>
            </a:r>
            <a:r>
              <a:rPr lang="en-US" altLang="en-US" sz="1000" kern="0" dirty="0" err="1">
                <a:latin typeface="Book Antiqua" panose="02040602050305030304" pitchFamily="18" charset="0"/>
              </a:rPr>
              <a:t>Penempatan</a:t>
            </a:r>
            <a:endParaRPr kumimoji="0" lang="en-US" altLang="en-US" sz="1000" b="0" i="0" u="none" strike="noStrike" kern="0" cap="none" spc="0" normalizeH="0" baseline="0" noProof="0" dirty="0">
              <a:ln>
                <a:noFill/>
              </a:ln>
              <a:effectLst/>
              <a:uLnTx/>
              <a:uFillTx/>
              <a:latin typeface="Book Antiqua" panose="02040602050305030304" pitchFamily="18" charset="0"/>
            </a:endParaRPr>
          </a:p>
        </p:txBody>
      </p:sp>
      <p:sp>
        <p:nvSpPr>
          <p:cNvPr id="99" name="AutoShape 62">
            <a:extLst>
              <a:ext uri="{FF2B5EF4-FFF2-40B4-BE49-F238E27FC236}">
                <a16:creationId xmlns:a16="http://schemas.microsoft.com/office/drawing/2014/main" id="{2ABDBA74-3CCF-451E-9723-6FB1645EB46E}"/>
              </a:ext>
            </a:extLst>
          </p:cNvPr>
          <p:cNvSpPr>
            <a:spLocks noChangeArrowheads="1"/>
          </p:cNvSpPr>
          <p:nvPr/>
        </p:nvSpPr>
        <p:spPr bwMode="gray">
          <a:xfrm>
            <a:off x="1560871" y="5480358"/>
            <a:ext cx="168017" cy="194824"/>
          </a:xfrm>
          <a:prstGeom prst="flowChartConnector">
            <a:avLst/>
          </a:prstGeom>
          <a:solidFill>
            <a:srgbClr val="FFFF00"/>
          </a:solidFill>
          <a:ln w="3175">
            <a:noFill/>
            <a:round/>
            <a:headEnd/>
            <a:tailEnd/>
          </a:ln>
          <a:effectLst/>
          <a:extLs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0" tIns="0" rIns="0" bIns="0" anchor="ctr"/>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marL="0" marR="0" lvl="0" indent="0" algn="ctr" defTabSz="762000" eaLnBrk="0" fontAlgn="base" latinLnBrk="0" hangingPunct="0">
              <a:lnSpc>
                <a:spcPct val="100000"/>
              </a:lnSpc>
              <a:spcBef>
                <a:spcPct val="0"/>
              </a:spcBef>
              <a:spcAft>
                <a:spcPct val="0"/>
              </a:spcAft>
              <a:buClr>
                <a:srgbClr val="777777"/>
              </a:buClr>
              <a:buSzPct val="80000"/>
              <a:buFont typeface="Wingdings" panose="05000000000000000000" pitchFamily="2" charset="2"/>
              <a:buNone/>
              <a:tabLst/>
              <a:defRPr/>
            </a:pPr>
            <a:r>
              <a:rPr kumimoji="0" lang="de-DE" altLang="en-US" sz="1000" b="0" i="0" u="none" strike="noStrike" kern="0" cap="none" spc="0" normalizeH="0" baseline="0" noProof="0" dirty="0">
                <a:ln>
                  <a:noFill/>
                </a:ln>
                <a:effectLst/>
                <a:uLnTx/>
                <a:uFillTx/>
                <a:latin typeface="Book Antiqua" panose="02040602050305030304" pitchFamily="18" charset="0"/>
              </a:rPr>
              <a:t>E10</a:t>
            </a:r>
            <a:endParaRPr kumimoji="0" lang="en-GB" altLang="en-US" sz="1000" b="0" i="0" u="none" strike="noStrike" kern="0" cap="none" spc="0" normalizeH="0" baseline="0" noProof="0" dirty="0">
              <a:ln>
                <a:noFill/>
              </a:ln>
              <a:effectLst/>
              <a:uLnTx/>
              <a:uFillTx/>
              <a:latin typeface="Book Antiqua" panose="02040602050305030304" pitchFamily="18" charset="0"/>
            </a:endParaRPr>
          </a:p>
        </p:txBody>
      </p:sp>
      <p:sp>
        <p:nvSpPr>
          <p:cNvPr id="100" name="Rectangle 61">
            <a:extLst>
              <a:ext uri="{FF2B5EF4-FFF2-40B4-BE49-F238E27FC236}">
                <a16:creationId xmlns:a16="http://schemas.microsoft.com/office/drawing/2014/main" id="{5328008D-AFE4-4052-80AD-AF433D5CDD44}"/>
              </a:ext>
            </a:extLst>
          </p:cNvPr>
          <p:cNvSpPr>
            <a:spLocks noChangeArrowheads="1"/>
          </p:cNvSpPr>
          <p:nvPr/>
        </p:nvSpPr>
        <p:spPr bwMode="gray">
          <a:xfrm>
            <a:off x="1805449" y="5507778"/>
            <a:ext cx="1784096" cy="168756"/>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3175"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lIns="0" tIns="0" rIns="0" bIns="0"/>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eaLnBrk="0" fontAlgn="base" hangingPunct="0">
              <a:lnSpc>
                <a:spcPct val="90000"/>
              </a:lnSpc>
              <a:spcBef>
                <a:spcPct val="0"/>
              </a:spcBef>
              <a:spcAft>
                <a:spcPct val="0"/>
              </a:spcAft>
              <a:buClr>
                <a:srgbClr val="777777"/>
              </a:buClr>
              <a:buSzPct val="80000"/>
              <a:defRPr/>
            </a:pPr>
            <a:r>
              <a:rPr lang="en-US" altLang="en-US" sz="1000" kern="0" dirty="0">
                <a:solidFill>
                  <a:srgbClr val="000000"/>
                </a:solidFill>
                <a:latin typeface="Book Antiqua" panose="02040602050305030304" pitchFamily="18" charset="0"/>
              </a:rPr>
              <a:t>Data </a:t>
            </a:r>
            <a:r>
              <a:rPr lang="en-US" altLang="en-US" sz="1000" kern="0" dirty="0" err="1">
                <a:solidFill>
                  <a:srgbClr val="000000"/>
                </a:solidFill>
                <a:latin typeface="Book Antiqua" panose="02040602050305030304" pitchFamily="18" charset="0"/>
              </a:rPr>
              <a:t>Arsip</a:t>
            </a:r>
            <a:endParaRPr kumimoji="0" lang="en-US" altLang="en-US" sz="1000" b="0" i="0" u="none" strike="noStrike" kern="0" cap="none" spc="0" normalizeH="0" baseline="0" noProof="0" dirty="0">
              <a:ln>
                <a:noFill/>
              </a:ln>
              <a:solidFill>
                <a:srgbClr val="000000"/>
              </a:solidFill>
              <a:effectLst/>
              <a:uLnTx/>
              <a:uFillTx/>
              <a:latin typeface="Book Antiqua" panose="02040602050305030304" pitchFamily="18" charset="0"/>
            </a:endParaRPr>
          </a:p>
        </p:txBody>
      </p:sp>
      <p:sp>
        <p:nvSpPr>
          <p:cNvPr id="101" name="AutoShape 62">
            <a:extLst>
              <a:ext uri="{FF2B5EF4-FFF2-40B4-BE49-F238E27FC236}">
                <a16:creationId xmlns:a16="http://schemas.microsoft.com/office/drawing/2014/main" id="{C6186252-6637-431A-98C6-B5A658A3D219}"/>
              </a:ext>
            </a:extLst>
          </p:cNvPr>
          <p:cNvSpPr>
            <a:spLocks noChangeArrowheads="1"/>
          </p:cNvSpPr>
          <p:nvPr/>
        </p:nvSpPr>
        <p:spPr bwMode="gray">
          <a:xfrm>
            <a:off x="1560871" y="5685011"/>
            <a:ext cx="168017" cy="194824"/>
          </a:xfrm>
          <a:prstGeom prst="flowChartConnector">
            <a:avLst/>
          </a:prstGeom>
          <a:solidFill>
            <a:srgbClr val="FFFF00"/>
          </a:solidFill>
          <a:ln w="3175">
            <a:noFill/>
            <a:round/>
            <a:headEnd/>
            <a:tailEnd/>
          </a:ln>
          <a:effectLst/>
          <a:extLs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0" tIns="0" rIns="0" bIns="0" anchor="ctr"/>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marL="0" marR="0" lvl="0" indent="0" algn="ctr" defTabSz="762000" eaLnBrk="0" fontAlgn="base" latinLnBrk="0" hangingPunct="0">
              <a:lnSpc>
                <a:spcPct val="100000"/>
              </a:lnSpc>
              <a:spcBef>
                <a:spcPct val="0"/>
              </a:spcBef>
              <a:spcAft>
                <a:spcPct val="0"/>
              </a:spcAft>
              <a:buClr>
                <a:srgbClr val="777777"/>
              </a:buClr>
              <a:buSzPct val="80000"/>
              <a:buFont typeface="Wingdings" panose="05000000000000000000" pitchFamily="2" charset="2"/>
              <a:buNone/>
              <a:tabLst/>
              <a:defRPr/>
            </a:pPr>
            <a:r>
              <a:rPr kumimoji="0" lang="de-DE" altLang="en-US" sz="1000" b="0" i="0" u="none" strike="noStrike" kern="0" cap="none" spc="0" normalizeH="0" baseline="0" noProof="0" dirty="0">
                <a:ln>
                  <a:noFill/>
                </a:ln>
                <a:effectLst/>
                <a:uLnTx/>
                <a:uFillTx/>
                <a:latin typeface="Book Antiqua" panose="02040602050305030304" pitchFamily="18" charset="0"/>
              </a:rPr>
              <a:t>E11</a:t>
            </a:r>
            <a:endParaRPr kumimoji="0" lang="en-GB" altLang="en-US" sz="1000" b="0" i="0" u="none" strike="noStrike" kern="0" cap="none" spc="0" normalizeH="0" baseline="0" noProof="0" dirty="0">
              <a:ln>
                <a:noFill/>
              </a:ln>
              <a:effectLst/>
              <a:uLnTx/>
              <a:uFillTx/>
              <a:latin typeface="Book Antiqua" panose="02040602050305030304" pitchFamily="18" charset="0"/>
            </a:endParaRPr>
          </a:p>
        </p:txBody>
      </p:sp>
      <p:sp>
        <p:nvSpPr>
          <p:cNvPr id="102" name="Rectangle 61">
            <a:extLst>
              <a:ext uri="{FF2B5EF4-FFF2-40B4-BE49-F238E27FC236}">
                <a16:creationId xmlns:a16="http://schemas.microsoft.com/office/drawing/2014/main" id="{AF6B69D1-A163-40DF-AFAB-78F9F4524C13}"/>
              </a:ext>
            </a:extLst>
          </p:cNvPr>
          <p:cNvSpPr>
            <a:spLocks noChangeArrowheads="1"/>
          </p:cNvSpPr>
          <p:nvPr/>
        </p:nvSpPr>
        <p:spPr bwMode="gray">
          <a:xfrm>
            <a:off x="1805449" y="5716353"/>
            <a:ext cx="1784096" cy="168756"/>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3175"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lIns="0" tIns="0" rIns="0" bIns="0"/>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eaLnBrk="0" fontAlgn="base" hangingPunct="0">
              <a:lnSpc>
                <a:spcPct val="90000"/>
              </a:lnSpc>
              <a:spcBef>
                <a:spcPct val="0"/>
              </a:spcBef>
              <a:spcAft>
                <a:spcPct val="0"/>
              </a:spcAft>
              <a:buClr>
                <a:srgbClr val="777777"/>
              </a:buClr>
              <a:buSzPct val="80000"/>
              <a:defRPr/>
            </a:pPr>
            <a:r>
              <a:rPr lang="en-US" altLang="en-US" sz="1000" kern="0" dirty="0">
                <a:latin typeface="Book Antiqua" panose="02040602050305030304" pitchFamily="18" charset="0"/>
              </a:rPr>
              <a:t>Data Audit</a:t>
            </a:r>
            <a:endParaRPr kumimoji="0" lang="en-US" altLang="en-US" sz="1000" b="0" i="0" u="none" strike="noStrike" kern="0" cap="none" spc="0" normalizeH="0" baseline="0" noProof="0" dirty="0">
              <a:ln>
                <a:noFill/>
              </a:ln>
              <a:effectLst/>
              <a:uLnTx/>
              <a:uFillTx/>
              <a:latin typeface="Book Antiqua" panose="02040602050305030304" pitchFamily="18" charset="0"/>
            </a:endParaRPr>
          </a:p>
        </p:txBody>
      </p:sp>
      <p:sp>
        <p:nvSpPr>
          <p:cNvPr id="103" name="AutoShape 62">
            <a:extLst>
              <a:ext uri="{FF2B5EF4-FFF2-40B4-BE49-F238E27FC236}">
                <a16:creationId xmlns:a16="http://schemas.microsoft.com/office/drawing/2014/main" id="{BC0D8D15-F32A-4A26-B930-6ED59311E627}"/>
              </a:ext>
            </a:extLst>
          </p:cNvPr>
          <p:cNvSpPr>
            <a:spLocks noChangeArrowheads="1"/>
          </p:cNvSpPr>
          <p:nvPr/>
        </p:nvSpPr>
        <p:spPr bwMode="gray">
          <a:xfrm>
            <a:off x="1560871" y="5899192"/>
            <a:ext cx="168017" cy="194824"/>
          </a:xfrm>
          <a:prstGeom prst="flowChartConnector">
            <a:avLst/>
          </a:prstGeom>
          <a:solidFill>
            <a:srgbClr val="FFFF00"/>
          </a:solidFill>
          <a:ln w="3175">
            <a:noFill/>
            <a:round/>
            <a:headEnd/>
            <a:tailEnd/>
          </a:ln>
          <a:effectLst/>
          <a:extLs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0" tIns="0" rIns="0" bIns="0" anchor="ctr"/>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marL="0" marR="0" lvl="0" indent="0" algn="ctr" defTabSz="762000" eaLnBrk="0" fontAlgn="base" latinLnBrk="0" hangingPunct="0">
              <a:lnSpc>
                <a:spcPct val="100000"/>
              </a:lnSpc>
              <a:spcBef>
                <a:spcPct val="0"/>
              </a:spcBef>
              <a:spcAft>
                <a:spcPct val="0"/>
              </a:spcAft>
              <a:buClr>
                <a:srgbClr val="777777"/>
              </a:buClr>
              <a:buSzPct val="80000"/>
              <a:buFont typeface="Wingdings" panose="05000000000000000000" pitchFamily="2" charset="2"/>
              <a:buNone/>
              <a:tabLst/>
              <a:defRPr/>
            </a:pPr>
            <a:r>
              <a:rPr kumimoji="0" lang="de-DE" altLang="en-US" sz="1000" b="0" i="0" u="none" strike="noStrike" kern="0" cap="none" spc="0" normalizeH="0" baseline="0" noProof="0" dirty="0">
                <a:ln>
                  <a:noFill/>
                </a:ln>
                <a:effectLst/>
                <a:uLnTx/>
                <a:uFillTx/>
                <a:latin typeface="Book Antiqua" panose="02040602050305030304" pitchFamily="18" charset="0"/>
              </a:rPr>
              <a:t>E12</a:t>
            </a:r>
            <a:endParaRPr kumimoji="0" lang="en-GB" altLang="en-US" sz="1000" b="0" i="0" u="none" strike="noStrike" kern="0" cap="none" spc="0" normalizeH="0" baseline="0" noProof="0" dirty="0">
              <a:ln>
                <a:noFill/>
              </a:ln>
              <a:effectLst/>
              <a:uLnTx/>
              <a:uFillTx/>
              <a:latin typeface="Book Antiqua" panose="02040602050305030304" pitchFamily="18" charset="0"/>
            </a:endParaRPr>
          </a:p>
        </p:txBody>
      </p:sp>
      <p:sp>
        <p:nvSpPr>
          <p:cNvPr id="104" name="Rectangle 61">
            <a:extLst>
              <a:ext uri="{FF2B5EF4-FFF2-40B4-BE49-F238E27FC236}">
                <a16:creationId xmlns:a16="http://schemas.microsoft.com/office/drawing/2014/main" id="{8F268217-92D7-44F3-9E27-65F1C3ADF5B9}"/>
              </a:ext>
            </a:extLst>
          </p:cNvPr>
          <p:cNvSpPr>
            <a:spLocks noChangeArrowheads="1"/>
          </p:cNvSpPr>
          <p:nvPr/>
        </p:nvSpPr>
        <p:spPr bwMode="gray">
          <a:xfrm>
            <a:off x="1805449" y="5937626"/>
            <a:ext cx="1784096" cy="168756"/>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3175"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lIns="0" tIns="0" rIns="0" bIns="0"/>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eaLnBrk="0" fontAlgn="base" hangingPunct="0">
              <a:lnSpc>
                <a:spcPct val="90000"/>
              </a:lnSpc>
              <a:spcBef>
                <a:spcPct val="0"/>
              </a:spcBef>
              <a:spcAft>
                <a:spcPct val="0"/>
              </a:spcAft>
              <a:buClr>
                <a:srgbClr val="777777"/>
              </a:buClr>
              <a:buSzPct val="80000"/>
              <a:defRPr/>
            </a:pPr>
            <a:r>
              <a:rPr lang="en-US" altLang="en-US" sz="1000" kern="0" dirty="0">
                <a:solidFill>
                  <a:srgbClr val="000000"/>
                </a:solidFill>
                <a:latin typeface="Book Antiqua" panose="02040602050305030304" pitchFamily="18" charset="0"/>
              </a:rPr>
              <a:t>Data </a:t>
            </a:r>
            <a:r>
              <a:rPr lang="en-US" altLang="en-US" sz="1000" kern="0" dirty="0" err="1">
                <a:solidFill>
                  <a:srgbClr val="000000"/>
                </a:solidFill>
                <a:latin typeface="Book Antiqua" panose="02040602050305030304" pitchFamily="18" charset="0"/>
              </a:rPr>
              <a:t>Rapat</a:t>
            </a:r>
            <a:endParaRPr kumimoji="0" lang="en-US" altLang="en-US" sz="1000" b="0" i="0" u="none" strike="noStrike" kern="0" cap="none" spc="0" normalizeH="0" baseline="0" noProof="0" dirty="0">
              <a:ln>
                <a:noFill/>
              </a:ln>
              <a:solidFill>
                <a:srgbClr val="000000"/>
              </a:solidFill>
              <a:effectLst/>
              <a:uLnTx/>
              <a:uFillTx/>
              <a:latin typeface="Book Antiqua" panose="02040602050305030304" pitchFamily="18" charset="0"/>
            </a:endParaRPr>
          </a:p>
        </p:txBody>
      </p:sp>
      <p:sp>
        <p:nvSpPr>
          <p:cNvPr id="105" name="Rectangle 82">
            <a:extLst>
              <a:ext uri="{FF2B5EF4-FFF2-40B4-BE49-F238E27FC236}">
                <a16:creationId xmlns:a16="http://schemas.microsoft.com/office/drawing/2014/main" id="{D035DD0B-4667-4515-A74D-A7FE84F933B6}"/>
              </a:ext>
            </a:extLst>
          </p:cNvPr>
          <p:cNvSpPr>
            <a:spLocks noChangeArrowheads="1"/>
          </p:cNvSpPr>
          <p:nvPr/>
        </p:nvSpPr>
        <p:spPr bwMode="auto">
          <a:xfrm>
            <a:off x="3696926" y="4111473"/>
            <a:ext cx="168017" cy="155036"/>
          </a:xfrm>
          <a:prstGeom prst="rect">
            <a:avLst/>
          </a:prstGeom>
          <a:solidFill>
            <a:srgbClr val="00B050"/>
          </a:solidFill>
          <a:ln w="3175">
            <a:noFill/>
            <a:miter lim="800000"/>
            <a:headEnd/>
            <a:tailEnd/>
          </a:ln>
          <a:effectLst/>
          <a:extLs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90000" tIns="46800" rIns="90000" bIns="46800" anchor="ctr"/>
          <a:lstStyle>
            <a:lvl1pPr marL="187325" indent="-187325"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marL="187325" marR="0" lvl="0" indent="-187325" algn="ctr" defTabSz="762000" eaLnBrk="0" fontAlgn="base" latinLnBrk="0" hangingPunct="0">
              <a:lnSpc>
                <a:spcPct val="90000"/>
              </a:lnSpc>
              <a:spcBef>
                <a:spcPct val="0"/>
              </a:spcBef>
              <a:spcAft>
                <a:spcPct val="0"/>
              </a:spcAft>
              <a:buClr>
                <a:srgbClr val="777777"/>
              </a:buClr>
              <a:buSzPct val="80000"/>
              <a:buFont typeface="Wingdings" panose="05000000000000000000" pitchFamily="2" charset="2"/>
              <a:buNone/>
              <a:tabLst/>
              <a:defRPr/>
            </a:pPr>
            <a:r>
              <a:rPr kumimoji="0" lang="en-US" altLang="en-US" sz="1000" b="0" i="0" u="none" strike="noStrike" kern="0" cap="none" spc="0" normalizeH="0" baseline="0" noProof="0" dirty="0">
                <a:ln>
                  <a:noFill/>
                </a:ln>
                <a:solidFill>
                  <a:schemeClr val="bg1"/>
                </a:solidFill>
                <a:effectLst/>
                <a:uLnTx/>
                <a:uFillTx/>
                <a:latin typeface="Book Antiqua" panose="02040602050305030304" pitchFamily="18" charset="0"/>
              </a:rPr>
              <a:t>G3</a:t>
            </a:r>
          </a:p>
        </p:txBody>
      </p:sp>
      <p:sp>
        <p:nvSpPr>
          <p:cNvPr id="106" name="Rectangle 82">
            <a:extLst>
              <a:ext uri="{FF2B5EF4-FFF2-40B4-BE49-F238E27FC236}">
                <a16:creationId xmlns:a16="http://schemas.microsoft.com/office/drawing/2014/main" id="{90BDB2B0-3229-4C17-B7E0-1B2A97356ECE}"/>
              </a:ext>
            </a:extLst>
          </p:cNvPr>
          <p:cNvSpPr>
            <a:spLocks noChangeArrowheads="1"/>
          </p:cNvSpPr>
          <p:nvPr/>
        </p:nvSpPr>
        <p:spPr bwMode="auto">
          <a:xfrm>
            <a:off x="3696926" y="4325189"/>
            <a:ext cx="168017" cy="155036"/>
          </a:xfrm>
          <a:prstGeom prst="rect">
            <a:avLst/>
          </a:prstGeom>
          <a:solidFill>
            <a:srgbClr val="00B050"/>
          </a:solidFill>
          <a:ln w="3175">
            <a:noFill/>
            <a:miter lim="800000"/>
            <a:headEnd/>
            <a:tailEnd/>
          </a:ln>
          <a:effectLst/>
          <a:extLs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90000" tIns="46800" rIns="90000" bIns="46800" anchor="ctr"/>
          <a:lstStyle>
            <a:lvl1pPr marL="187325" indent="-187325"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marL="187325" marR="0" lvl="0" indent="-187325" algn="ctr" defTabSz="762000" eaLnBrk="0" fontAlgn="base" latinLnBrk="0" hangingPunct="0">
              <a:lnSpc>
                <a:spcPct val="90000"/>
              </a:lnSpc>
              <a:spcBef>
                <a:spcPct val="0"/>
              </a:spcBef>
              <a:spcAft>
                <a:spcPct val="0"/>
              </a:spcAft>
              <a:buClr>
                <a:srgbClr val="777777"/>
              </a:buClr>
              <a:buSzPct val="80000"/>
              <a:buFont typeface="Wingdings" panose="05000000000000000000" pitchFamily="2" charset="2"/>
              <a:buNone/>
              <a:tabLst/>
              <a:defRPr/>
            </a:pPr>
            <a:r>
              <a:rPr kumimoji="0" lang="en-US" altLang="en-US" sz="1000" b="0" i="0" u="none" strike="noStrike" kern="0" cap="none" spc="0" normalizeH="0" baseline="0" noProof="0" dirty="0">
                <a:ln>
                  <a:noFill/>
                </a:ln>
                <a:solidFill>
                  <a:schemeClr val="bg1"/>
                </a:solidFill>
                <a:effectLst/>
                <a:uLnTx/>
                <a:uFillTx/>
                <a:latin typeface="Book Antiqua" panose="02040602050305030304" pitchFamily="18" charset="0"/>
              </a:rPr>
              <a:t>G4</a:t>
            </a:r>
          </a:p>
        </p:txBody>
      </p:sp>
      <p:sp>
        <p:nvSpPr>
          <p:cNvPr id="107" name="Rectangle 106">
            <a:extLst>
              <a:ext uri="{FF2B5EF4-FFF2-40B4-BE49-F238E27FC236}">
                <a16:creationId xmlns:a16="http://schemas.microsoft.com/office/drawing/2014/main" id="{F182C757-16FF-4802-BCE2-16A64BDA45AE}"/>
              </a:ext>
            </a:extLst>
          </p:cNvPr>
          <p:cNvSpPr>
            <a:spLocks/>
          </p:cNvSpPr>
          <p:nvPr/>
        </p:nvSpPr>
        <p:spPr>
          <a:xfrm>
            <a:off x="8028423" y="3575633"/>
            <a:ext cx="2103121" cy="2560320"/>
          </a:xfrm>
          <a:prstGeom prst="rect">
            <a:avLst/>
          </a:prstGeom>
          <a:solidFill>
            <a:schemeClr val="bg1"/>
          </a:solidFill>
          <a:ln w="6350">
            <a:solidFill>
              <a:srgbClr val="C7B8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ook Antiqua" panose="02040602050305030304" pitchFamily="18" charset="0"/>
            </a:endParaRPr>
          </a:p>
        </p:txBody>
      </p:sp>
      <p:sp>
        <p:nvSpPr>
          <p:cNvPr id="108" name="Rectangle 80">
            <a:extLst>
              <a:ext uri="{FF2B5EF4-FFF2-40B4-BE49-F238E27FC236}">
                <a16:creationId xmlns:a16="http://schemas.microsoft.com/office/drawing/2014/main" id="{076F61B0-1FFA-49B5-8E27-3266F1FB6A13}"/>
              </a:ext>
            </a:extLst>
          </p:cNvPr>
          <p:cNvSpPr>
            <a:spLocks noChangeArrowheads="1"/>
          </p:cNvSpPr>
          <p:nvPr/>
        </p:nvSpPr>
        <p:spPr bwMode="auto">
          <a:xfrm>
            <a:off x="8028419" y="3333458"/>
            <a:ext cx="2103121" cy="244366"/>
          </a:xfrm>
          <a:prstGeom prst="rect">
            <a:avLst/>
          </a:prstGeom>
          <a:solidFill>
            <a:srgbClr val="706138"/>
          </a:solidFill>
          <a:ln w="3175">
            <a:solidFill>
              <a:srgbClr val="C7B88F"/>
            </a:solidFill>
            <a:miter lim="800000"/>
            <a:headEnd/>
            <a:tailEnd/>
          </a:ln>
          <a:effectLst/>
        </p:spPr>
        <p:txBody>
          <a:bodyPr wrap="none" lIns="54610" tIns="54610" rIns="54610" bIns="54610" anchor="ctr"/>
          <a:lstStyle/>
          <a:p>
            <a:pPr marL="187325" indent="-187325" algn="ctr" defTabSz="762000" eaLnBrk="0" fontAlgn="base" hangingPunct="0">
              <a:lnSpc>
                <a:spcPct val="90000"/>
              </a:lnSpc>
              <a:spcBef>
                <a:spcPct val="0"/>
              </a:spcBef>
              <a:spcAft>
                <a:spcPct val="0"/>
              </a:spcAft>
              <a:buClr>
                <a:srgbClr val="777777"/>
              </a:buClr>
              <a:buSzPct val="80000"/>
              <a:buFont typeface="Wingdings" panose="05000000000000000000" pitchFamily="2" charset="2"/>
            </a:pPr>
            <a:r>
              <a:rPr lang="en-US" altLang="en-US" sz="1200" b="1" i="1" kern="0" dirty="0">
                <a:solidFill>
                  <a:schemeClr val="bg1"/>
                </a:solidFill>
                <a:latin typeface="Book Antiqua" panose="02040602050305030304" pitchFamily="18" charset="0"/>
                <a:cs typeface="Arial" panose="020B0604020202020204" pitchFamily="34" charset="0"/>
              </a:rPr>
              <a:t>Knowledge Base</a:t>
            </a:r>
          </a:p>
        </p:txBody>
      </p:sp>
      <p:sp>
        <p:nvSpPr>
          <p:cNvPr id="109" name="Rectangle 34">
            <a:extLst>
              <a:ext uri="{FF2B5EF4-FFF2-40B4-BE49-F238E27FC236}">
                <a16:creationId xmlns:a16="http://schemas.microsoft.com/office/drawing/2014/main" id="{ED2C1450-C3E8-4330-9EB2-DE344342DBDA}"/>
              </a:ext>
            </a:extLst>
          </p:cNvPr>
          <p:cNvSpPr>
            <a:spLocks noChangeArrowheads="1"/>
          </p:cNvSpPr>
          <p:nvPr/>
        </p:nvSpPr>
        <p:spPr bwMode="gray">
          <a:xfrm>
            <a:off x="8489630" y="3648785"/>
            <a:ext cx="1535788" cy="142022"/>
          </a:xfrm>
          <a:prstGeom prst="rect">
            <a:avLst/>
          </a:prstGeom>
          <a:solidFill>
            <a:schemeClr val="bg1"/>
          </a:solidFill>
          <a:ln>
            <a:noFill/>
          </a:ln>
          <a:effectLst/>
          <a:extLs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lIns="0" tIns="0" rIns="0" bIns="0"/>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eaLnBrk="0" fontAlgn="base" hangingPunct="0">
              <a:lnSpc>
                <a:spcPct val="90000"/>
              </a:lnSpc>
              <a:spcBef>
                <a:spcPct val="0"/>
              </a:spcBef>
              <a:spcAft>
                <a:spcPct val="0"/>
              </a:spcAft>
              <a:buClr>
                <a:srgbClr val="777777"/>
              </a:buClr>
              <a:buSzPct val="80000"/>
              <a:defRPr/>
            </a:pPr>
            <a:r>
              <a:rPr lang="en-US" altLang="en-US" sz="1000" kern="0" noProof="0" dirty="0">
                <a:solidFill>
                  <a:srgbClr val="000000"/>
                </a:solidFill>
                <a:latin typeface="Book Antiqua" panose="02040602050305030304" pitchFamily="18" charset="0"/>
              </a:rPr>
              <a:t>Data Riset</a:t>
            </a:r>
            <a:endParaRPr kumimoji="0" lang="en-US" altLang="en-US" sz="1000" b="0" i="0" u="none" strike="noStrike" kern="0" cap="none" spc="0" normalizeH="0" baseline="0" noProof="0" dirty="0">
              <a:ln>
                <a:noFill/>
              </a:ln>
              <a:solidFill>
                <a:srgbClr val="000000"/>
              </a:solidFill>
              <a:effectLst/>
              <a:uLnTx/>
              <a:uFillTx/>
              <a:latin typeface="Book Antiqua" panose="02040602050305030304" pitchFamily="18" charset="0"/>
            </a:endParaRPr>
          </a:p>
        </p:txBody>
      </p:sp>
      <p:sp>
        <p:nvSpPr>
          <p:cNvPr id="110" name="Rectangle 35">
            <a:extLst>
              <a:ext uri="{FF2B5EF4-FFF2-40B4-BE49-F238E27FC236}">
                <a16:creationId xmlns:a16="http://schemas.microsoft.com/office/drawing/2014/main" id="{00780010-0C90-45B6-8771-86F55B2D5599}"/>
              </a:ext>
            </a:extLst>
          </p:cNvPr>
          <p:cNvSpPr>
            <a:spLocks noChangeArrowheads="1"/>
          </p:cNvSpPr>
          <p:nvPr/>
        </p:nvSpPr>
        <p:spPr bwMode="gray">
          <a:xfrm>
            <a:off x="8193938" y="3636790"/>
            <a:ext cx="177266" cy="166012"/>
          </a:xfrm>
          <a:prstGeom prst="rect">
            <a:avLst/>
          </a:prstGeom>
          <a:solidFill>
            <a:srgbClr val="FF0000"/>
          </a:solidFill>
          <a:ln w="3175">
            <a:noFill/>
            <a:miter lim="800000"/>
            <a:headEnd/>
            <a:tailEnd/>
          </a:ln>
          <a:effectLst/>
        </p:spPr>
        <p:txBody>
          <a:bodyPr wrap="none" lIns="90000" tIns="46800" rIns="90000" bIns="46800" anchor="ctr"/>
          <a:lstStyle/>
          <a:p>
            <a:pPr marL="187325" indent="-187325" algn="ctr" defTabSz="762000" eaLnBrk="0" fontAlgn="base" hangingPunct="0">
              <a:lnSpc>
                <a:spcPct val="90000"/>
              </a:lnSpc>
              <a:spcBef>
                <a:spcPct val="0"/>
              </a:spcBef>
              <a:spcAft>
                <a:spcPct val="0"/>
              </a:spcAft>
              <a:buClr>
                <a:srgbClr val="777777"/>
              </a:buClr>
              <a:buSzPct val="80000"/>
              <a:buFont typeface="Wingdings" panose="05000000000000000000" pitchFamily="2" charset="2"/>
              <a:buNone/>
            </a:pPr>
            <a:r>
              <a:rPr lang="en-US" altLang="en-US" sz="1000" kern="0" dirty="0">
                <a:solidFill>
                  <a:srgbClr val="FFFFFF"/>
                </a:solidFill>
                <a:latin typeface="Book Antiqua" panose="02040602050305030304" pitchFamily="18" charset="0"/>
                <a:cs typeface="Arial" panose="020B0604020202020204" pitchFamily="34" charset="0"/>
              </a:rPr>
              <a:t>K1</a:t>
            </a:r>
          </a:p>
        </p:txBody>
      </p:sp>
      <p:sp>
        <p:nvSpPr>
          <p:cNvPr id="111" name="Rectangle 34">
            <a:extLst>
              <a:ext uri="{FF2B5EF4-FFF2-40B4-BE49-F238E27FC236}">
                <a16:creationId xmlns:a16="http://schemas.microsoft.com/office/drawing/2014/main" id="{599557A2-C8C5-4736-8BA4-6D3E628A53C7}"/>
              </a:ext>
            </a:extLst>
          </p:cNvPr>
          <p:cNvSpPr>
            <a:spLocks noChangeArrowheads="1"/>
          </p:cNvSpPr>
          <p:nvPr/>
        </p:nvSpPr>
        <p:spPr bwMode="gray">
          <a:xfrm>
            <a:off x="8489630" y="3877385"/>
            <a:ext cx="1535788" cy="142022"/>
          </a:xfrm>
          <a:prstGeom prst="rect">
            <a:avLst/>
          </a:prstGeom>
          <a:solidFill>
            <a:schemeClr val="bg1"/>
          </a:solidFill>
          <a:ln>
            <a:noFill/>
          </a:ln>
          <a:effectLst/>
          <a:extLs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lIns="0" tIns="0" rIns="0" bIns="0"/>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eaLnBrk="0" fontAlgn="base" hangingPunct="0">
              <a:lnSpc>
                <a:spcPct val="90000"/>
              </a:lnSpc>
              <a:spcBef>
                <a:spcPct val="0"/>
              </a:spcBef>
              <a:spcAft>
                <a:spcPct val="0"/>
              </a:spcAft>
              <a:buClr>
                <a:srgbClr val="777777"/>
              </a:buClr>
              <a:buSzPct val="80000"/>
              <a:defRPr/>
            </a:pPr>
            <a:r>
              <a:rPr lang="en-US" altLang="en-US" sz="1000" kern="0" noProof="0" dirty="0">
                <a:latin typeface="Book Antiqua" panose="02040602050305030304" pitchFamily="18" charset="0"/>
              </a:rPr>
              <a:t>Data </a:t>
            </a:r>
            <a:r>
              <a:rPr lang="en-US" altLang="en-US" sz="1000" i="1" kern="0" noProof="0" dirty="0">
                <a:latin typeface="Book Antiqua" panose="02040602050305030304" pitchFamily="18" charset="0"/>
              </a:rPr>
              <a:t>Knowledge Management</a:t>
            </a:r>
            <a:endParaRPr kumimoji="0" lang="en-US" altLang="en-US" sz="1000" b="0" i="0" u="none" strike="noStrike" kern="0" cap="none" spc="0" normalizeH="0" baseline="0" noProof="0" dirty="0">
              <a:ln>
                <a:noFill/>
              </a:ln>
              <a:effectLst/>
              <a:uLnTx/>
              <a:uFillTx/>
              <a:latin typeface="Book Antiqua" panose="02040602050305030304" pitchFamily="18" charset="0"/>
            </a:endParaRPr>
          </a:p>
        </p:txBody>
      </p:sp>
      <p:sp>
        <p:nvSpPr>
          <p:cNvPr id="112" name="Rectangle 35">
            <a:extLst>
              <a:ext uri="{FF2B5EF4-FFF2-40B4-BE49-F238E27FC236}">
                <a16:creationId xmlns:a16="http://schemas.microsoft.com/office/drawing/2014/main" id="{EC0237C3-8FB8-47CC-A025-8DA8555378B1}"/>
              </a:ext>
            </a:extLst>
          </p:cNvPr>
          <p:cNvSpPr>
            <a:spLocks noChangeArrowheads="1"/>
          </p:cNvSpPr>
          <p:nvPr/>
        </p:nvSpPr>
        <p:spPr bwMode="gray">
          <a:xfrm>
            <a:off x="8193938" y="3865390"/>
            <a:ext cx="177266" cy="166012"/>
          </a:xfrm>
          <a:prstGeom prst="rect">
            <a:avLst/>
          </a:prstGeom>
          <a:solidFill>
            <a:srgbClr val="FF0000"/>
          </a:solidFill>
          <a:ln w="3175">
            <a:noFill/>
            <a:miter lim="800000"/>
            <a:headEnd/>
            <a:tailEnd/>
          </a:ln>
          <a:effectLst/>
        </p:spPr>
        <p:txBody>
          <a:bodyPr wrap="none" lIns="90000" tIns="46800" rIns="90000" bIns="46800" anchor="ctr"/>
          <a:lstStyle/>
          <a:p>
            <a:pPr marL="187325" indent="-187325" algn="ctr" defTabSz="762000" eaLnBrk="0" fontAlgn="base" hangingPunct="0">
              <a:lnSpc>
                <a:spcPct val="90000"/>
              </a:lnSpc>
              <a:spcBef>
                <a:spcPct val="0"/>
              </a:spcBef>
              <a:spcAft>
                <a:spcPct val="0"/>
              </a:spcAft>
              <a:buClr>
                <a:srgbClr val="777777"/>
              </a:buClr>
              <a:buSzPct val="80000"/>
              <a:buFont typeface="Wingdings" panose="05000000000000000000" pitchFamily="2" charset="2"/>
              <a:buNone/>
            </a:pPr>
            <a:r>
              <a:rPr lang="en-US" altLang="en-US" sz="1000" kern="0" dirty="0">
                <a:solidFill>
                  <a:srgbClr val="FFFFFF"/>
                </a:solidFill>
                <a:latin typeface="Book Antiqua" panose="02040602050305030304" pitchFamily="18" charset="0"/>
                <a:cs typeface="Arial" panose="020B0604020202020204" pitchFamily="34" charset="0"/>
              </a:rPr>
              <a:t>K2</a:t>
            </a:r>
          </a:p>
        </p:txBody>
      </p:sp>
      <p:sp>
        <p:nvSpPr>
          <p:cNvPr id="113" name="Rectangle 34">
            <a:extLst>
              <a:ext uri="{FF2B5EF4-FFF2-40B4-BE49-F238E27FC236}">
                <a16:creationId xmlns:a16="http://schemas.microsoft.com/office/drawing/2014/main" id="{658613DC-BA0B-4CC3-AB00-4824CB6C25D6}"/>
              </a:ext>
            </a:extLst>
          </p:cNvPr>
          <p:cNvSpPr>
            <a:spLocks noChangeArrowheads="1"/>
          </p:cNvSpPr>
          <p:nvPr/>
        </p:nvSpPr>
        <p:spPr bwMode="gray">
          <a:xfrm>
            <a:off x="8489630" y="4212153"/>
            <a:ext cx="1535788" cy="142022"/>
          </a:xfrm>
          <a:prstGeom prst="rect">
            <a:avLst/>
          </a:prstGeom>
          <a:solidFill>
            <a:schemeClr val="bg1"/>
          </a:solidFill>
          <a:ln>
            <a:noFill/>
          </a:ln>
          <a:effectLst/>
          <a:extLs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lIns="0" tIns="0" rIns="0" bIns="0"/>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eaLnBrk="0" fontAlgn="base" hangingPunct="0">
              <a:lnSpc>
                <a:spcPct val="90000"/>
              </a:lnSpc>
              <a:spcBef>
                <a:spcPct val="0"/>
              </a:spcBef>
              <a:spcAft>
                <a:spcPct val="0"/>
              </a:spcAft>
              <a:buClr>
                <a:srgbClr val="777777"/>
              </a:buClr>
              <a:buSzPct val="80000"/>
              <a:defRPr/>
            </a:pPr>
            <a:r>
              <a:rPr lang="en-US" altLang="en-US" sz="1000" kern="0" noProof="0" dirty="0">
                <a:solidFill>
                  <a:srgbClr val="000000"/>
                </a:solidFill>
                <a:latin typeface="Book Antiqua" panose="02040602050305030304" pitchFamily="18" charset="0"/>
              </a:rPr>
              <a:t>Data </a:t>
            </a:r>
            <a:r>
              <a:rPr lang="en-US" altLang="en-US" sz="1000" kern="0" noProof="0" dirty="0" err="1">
                <a:solidFill>
                  <a:srgbClr val="000000"/>
                </a:solidFill>
                <a:latin typeface="Book Antiqua" panose="02040602050305030304" pitchFamily="18" charset="0"/>
              </a:rPr>
              <a:t>Pelatihan</a:t>
            </a:r>
            <a:endParaRPr kumimoji="0" lang="en-US" altLang="en-US" sz="1000" b="0" i="0" u="none" strike="noStrike" kern="0" cap="none" spc="0" normalizeH="0" baseline="0" noProof="0" dirty="0">
              <a:ln>
                <a:noFill/>
              </a:ln>
              <a:solidFill>
                <a:srgbClr val="000000"/>
              </a:solidFill>
              <a:effectLst/>
              <a:uLnTx/>
              <a:uFillTx/>
              <a:latin typeface="Book Antiqua" panose="02040602050305030304" pitchFamily="18" charset="0"/>
            </a:endParaRPr>
          </a:p>
        </p:txBody>
      </p:sp>
      <p:sp>
        <p:nvSpPr>
          <p:cNvPr id="114" name="Rectangle 35">
            <a:extLst>
              <a:ext uri="{FF2B5EF4-FFF2-40B4-BE49-F238E27FC236}">
                <a16:creationId xmlns:a16="http://schemas.microsoft.com/office/drawing/2014/main" id="{43FD0820-16F2-44EA-8726-12EEC174B591}"/>
              </a:ext>
            </a:extLst>
          </p:cNvPr>
          <p:cNvSpPr>
            <a:spLocks noChangeArrowheads="1"/>
          </p:cNvSpPr>
          <p:nvPr/>
        </p:nvSpPr>
        <p:spPr bwMode="gray">
          <a:xfrm>
            <a:off x="8193938" y="4174758"/>
            <a:ext cx="177266" cy="166012"/>
          </a:xfrm>
          <a:prstGeom prst="rect">
            <a:avLst/>
          </a:prstGeom>
          <a:solidFill>
            <a:srgbClr val="FF0000"/>
          </a:solidFill>
          <a:ln w="3175">
            <a:noFill/>
            <a:miter lim="800000"/>
            <a:headEnd/>
            <a:tailEnd/>
          </a:ln>
          <a:effectLst/>
        </p:spPr>
        <p:txBody>
          <a:bodyPr wrap="none" lIns="90000" tIns="46800" rIns="90000" bIns="46800" anchor="ctr"/>
          <a:lstStyle/>
          <a:p>
            <a:pPr marL="187325" indent="-187325" algn="ctr" defTabSz="762000" eaLnBrk="0" fontAlgn="base" hangingPunct="0">
              <a:lnSpc>
                <a:spcPct val="90000"/>
              </a:lnSpc>
              <a:spcBef>
                <a:spcPct val="0"/>
              </a:spcBef>
              <a:spcAft>
                <a:spcPct val="0"/>
              </a:spcAft>
              <a:buClr>
                <a:srgbClr val="777777"/>
              </a:buClr>
              <a:buSzPct val="80000"/>
              <a:buFont typeface="Wingdings" panose="05000000000000000000" pitchFamily="2" charset="2"/>
              <a:buNone/>
            </a:pPr>
            <a:r>
              <a:rPr lang="en-US" altLang="en-US" sz="1000" kern="0" dirty="0">
                <a:solidFill>
                  <a:srgbClr val="FFFFFF"/>
                </a:solidFill>
                <a:latin typeface="Book Antiqua" panose="02040602050305030304" pitchFamily="18" charset="0"/>
                <a:cs typeface="Arial" panose="020B0604020202020204" pitchFamily="34" charset="0"/>
              </a:rPr>
              <a:t>K3</a:t>
            </a:r>
          </a:p>
        </p:txBody>
      </p:sp>
      <p:sp>
        <p:nvSpPr>
          <p:cNvPr id="115" name="Rectangle 40">
            <a:extLst>
              <a:ext uri="{FF2B5EF4-FFF2-40B4-BE49-F238E27FC236}">
                <a16:creationId xmlns:a16="http://schemas.microsoft.com/office/drawing/2014/main" id="{10FB8F7C-8F87-4542-8776-A49CC4D88608}"/>
              </a:ext>
            </a:extLst>
          </p:cNvPr>
          <p:cNvSpPr>
            <a:spLocks noChangeArrowheads="1"/>
          </p:cNvSpPr>
          <p:nvPr/>
        </p:nvSpPr>
        <p:spPr bwMode="auto">
          <a:xfrm>
            <a:off x="6232903" y="2109149"/>
            <a:ext cx="1623728" cy="127596"/>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lIns="0" tIns="0" rIns="0" bIns="0"/>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eaLnBrk="0" fontAlgn="base" hangingPunct="0">
              <a:lnSpc>
                <a:spcPct val="90000"/>
              </a:lnSpc>
              <a:spcBef>
                <a:spcPct val="0"/>
              </a:spcBef>
              <a:spcAft>
                <a:spcPct val="0"/>
              </a:spcAft>
              <a:buClr>
                <a:srgbClr val="777777"/>
              </a:buClr>
              <a:buSzPct val="80000"/>
              <a:defRPr/>
            </a:pPr>
            <a:r>
              <a:rPr lang="en-US" altLang="en-US" sz="1000" kern="0" dirty="0">
                <a:solidFill>
                  <a:srgbClr val="000000"/>
                </a:solidFill>
                <a:latin typeface="Book Antiqua" panose="02040602050305030304" pitchFamily="18" charset="0"/>
              </a:rPr>
              <a:t>Data </a:t>
            </a:r>
            <a:r>
              <a:rPr lang="en-US" altLang="en-US" sz="1000" kern="0" dirty="0" err="1">
                <a:solidFill>
                  <a:srgbClr val="000000"/>
                </a:solidFill>
                <a:latin typeface="Book Antiqua" panose="02040602050305030304" pitchFamily="18" charset="0"/>
              </a:rPr>
              <a:t>Pelaksanaan</a:t>
            </a:r>
            <a:r>
              <a:rPr lang="en-US" altLang="en-US" sz="1000" kern="0" dirty="0">
                <a:solidFill>
                  <a:srgbClr val="000000"/>
                </a:solidFill>
                <a:latin typeface="Book Antiqua" panose="02040602050305030304" pitchFamily="18" charset="0"/>
              </a:rPr>
              <a:t> </a:t>
            </a:r>
            <a:r>
              <a:rPr lang="en-US" altLang="en-US" sz="1000" kern="0" dirty="0" err="1">
                <a:solidFill>
                  <a:srgbClr val="000000"/>
                </a:solidFill>
                <a:latin typeface="Book Antiqua" panose="02040602050305030304" pitchFamily="18" charset="0"/>
              </a:rPr>
              <a:t>Resolusi</a:t>
            </a:r>
            <a:endParaRPr lang="en-US" altLang="en-US" sz="1000" kern="0" dirty="0">
              <a:solidFill>
                <a:srgbClr val="000000"/>
              </a:solidFill>
              <a:latin typeface="Book Antiqua" panose="02040602050305030304" pitchFamily="18" charset="0"/>
            </a:endParaRPr>
          </a:p>
        </p:txBody>
      </p:sp>
      <p:sp>
        <p:nvSpPr>
          <p:cNvPr id="116" name="Rectangle 83">
            <a:extLst>
              <a:ext uri="{FF2B5EF4-FFF2-40B4-BE49-F238E27FC236}">
                <a16:creationId xmlns:a16="http://schemas.microsoft.com/office/drawing/2014/main" id="{3198BE2C-A6B3-4588-B42D-69F58F0870EB}"/>
              </a:ext>
            </a:extLst>
          </p:cNvPr>
          <p:cNvSpPr>
            <a:spLocks noChangeArrowheads="1"/>
          </p:cNvSpPr>
          <p:nvPr/>
        </p:nvSpPr>
        <p:spPr bwMode="auto">
          <a:xfrm>
            <a:off x="4008981" y="4525777"/>
            <a:ext cx="1643486" cy="167384"/>
          </a:xfrm>
          <a:prstGeom prst="rect">
            <a:avLst/>
          </a:prstGeom>
          <a:noFill/>
          <a:ln w="3175">
            <a:noFill/>
            <a:miter lim="800000"/>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lIns="0" tIns="0" rIns="0" bIns="0"/>
          <a:lstStyle>
            <a:lvl1pPr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lvl="0" eaLnBrk="0" fontAlgn="base" hangingPunct="0">
              <a:lnSpc>
                <a:spcPct val="90000"/>
              </a:lnSpc>
              <a:spcBef>
                <a:spcPct val="0"/>
              </a:spcBef>
              <a:spcAft>
                <a:spcPct val="0"/>
              </a:spcAft>
              <a:buClr>
                <a:srgbClr val="777777"/>
              </a:buClr>
              <a:buSzPct val="80000"/>
              <a:defRPr/>
            </a:pPr>
            <a:r>
              <a:rPr lang="en-US" altLang="en-US" sz="1000" kern="0" dirty="0">
                <a:solidFill>
                  <a:srgbClr val="000000"/>
                </a:solidFill>
                <a:latin typeface="Book Antiqua" panose="02040602050305030304" pitchFamily="18" charset="0"/>
              </a:rPr>
              <a:t>Data </a:t>
            </a:r>
            <a:r>
              <a:rPr lang="en-US" altLang="en-US" sz="1000" kern="0" dirty="0" err="1">
                <a:solidFill>
                  <a:srgbClr val="000000"/>
                </a:solidFill>
                <a:latin typeface="Book Antiqua" panose="02040602050305030304" pitchFamily="18" charset="0"/>
              </a:rPr>
              <a:t>Investigasi</a:t>
            </a:r>
            <a:endParaRPr kumimoji="0" lang="en-US" altLang="en-US" sz="1000" b="0" i="0" u="none" strike="noStrike" kern="0" cap="none" spc="0" normalizeH="0" baseline="0" noProof="0" dirty="0">
              <a:ln>
                <a:noFill/>
              </a:ln>
              <a:solidFill>
                <a:srgbClr val="000000"/>
              </a:solidFill>
              <a:effectLst/>
              <a:uLnTx/>
              <a:uFillTx/>
              <a:latin typeface="Book Antiqua" panose="02040602050305030304" pitchFamily="18" charset="0"/>
            </a:endParaRPr>
          </a:p>
        </p:txBody>
      </p:sp>
      <p:sp>
        <p:nvSpPr>
          <p:cNvPr id="117" name="Rectangle 82">
            <a:extLst>
              <a:ext uri="{FF2B5EF4-FFF2-40B4-BE49-F238E27FC236}">
                <a16:creationId xmlns:a16="http://schemas.microsoft.com/office/drawing/2014/main" id="{8EB91F3A-A7AF-49DC-82B4-50E2CCEE1B48}"/>
              </a:ext>
            </a:extLst>
          </p:cNvPr>
          <p:cNvSpPr>
            <a:spLocks noChangeArrowheads="1"/>
          </p:cNvSpPr>
          <p:nvPr/>
        </p:nvSpPr>
        <p:spPr bwMode="auto">
          <a:xfrm>
            <a:off x="3696926" y="4538125"/>
            <a:ext cx="168017" cy="155036"/>
          </a:xfrm>
          <a:prstGeom prst="rect">
            <a:avLst/>
          </a:prstGeom>
          <a:solidFill>
            <a:srgbClr val="00B050"/>
          </a:solidFill>
          <a:ln w="3175">
            <a:noFill/>
            <a:miter lim="800000"/>
            <a:headEnd/>
            <a:tailEnd/>
          </a:ln>
          <a:effectLst/>
          <a:extLs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90000" tIns="46800" rIns="90000" bIns="46800" anchor="ctr"/>
          <a:lstStyle>
            <a:lvl1pPr marL="187325" indent="-187325" defTabSz="762000">
              <a:buClr>
                <a:schemeClr val="tx1"/>
              </a:buClr>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1pPr>
            <a:lvl2pPr marL="576263" indent="-198438" defTabSz="762000">
              <a:buClr>
                <a:schemeClr val="tx1"/>
              </a:buClr>
              <a:buFont typeface="Wingdings" panose="05000000000000000000" pitchFamily="2" charset="2"/>
              <a:buChar char="§"/>
              <a:defRPr sz="1200">
                <a:solidFill>
                  <a:schemeClr val="tx1"/>
                </a:solidFill>
                <a:latin typeface="Arial" panose="020B0604020202020204" pitchFamily="34" charset="0"/>
                <a:cs typeface="Arial" panose="020B0604020202020204" pitchFamily="34" charset="0"/>
              </a:defRPr>
            </a:lvl2pPr>
            <a:lvl3pPr marL="952500" indent="-185738" defTabSz="762000">
              <a:buClr>
                <a:schemeClr val="tx1"/>
              </a:buClr>
              <a:buChar char="–"/>
              <a:defRPr sz="1000">
                <a:solidFill>
                  <a:schemeClr val="tx1"/>
                </a:solidFill>
                <a:latin typeface="Arial" panose="020B0604020202020204" pitchFamily="34" charset="0"/>
                <a:cs typeface="Arial" panose="020B0604020202020204" pitchFamily="34" charset="0"/>
              </a:defRPr>
            </a:lvl3pPr>
            <a:lvl4pPr marL="1333500" indent="-190500" defTabSz="762000">
              <a:buClr>
                <a:schemeClr val="tx1"/>
              </a:buClr>
              <a:buFont typeface="Wingdings" panose="05000000000000000000" pitchFamily="2" charset="2"/>
              <a:buChar char="§"/>
              <a:defRPr sz="900">
                <a:solidFill>
                  <a:schemeClr val="tx1"/>
                </a:solidFill>
                <a:latin typeface="Arial" panose="020B0604020202020204" pitchFamily="34" charset="0"/>
                <a:cs typeface="Arial" panose="020B0604020202020204" pitchFamily="34" charset="0"/>
              </a:defRPr>
            </a:lvl4pPr>
            <a:lvl5pPr marL="2286000" indent="-234950" defTabSz="762000">
              <a:buClr>
                <a:schemeClr val="tx1"/>
              </a:buClr>
              <a:buChar char="–"/>
              <a:defRPr sz="800">
                <a:solidFill>
                  <a:schemeClr val="tx1"/>
                </a:solidFill>
                <a:latin typeface="Arial" panose="020B0604020202020204" pitchFamily="34" charset="0"/>
                <a:cs typeface="Arial" panose="020B0604020202020204" pitchFamily="34" charset="0"/>
              </a:defRPr>
            </a:lvl5pPr>
            <a:lvl6pPr marL="27432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6pPr>
            <a:lvl7pPr marL="32004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7pPr>
            <a:lvl8pPr marL="36576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8pPr>
            <a:lvl9pPr marL="4114800" indent="-234950" defTabSz="762000" eaLnBrk="0" fontAlgn="base" hangingPunct="0">
              <a:spcBef>
                <a:spcPct val="0"/>
              </a:spcBef>
              <a:spcAft>
                <a:spcPct val="0"/>
              </a:spcAft>
              <a:buClr>
                <a:schemeClr val="tx1"/>
              </a:buClr>
              <a:buChar char="–"/>
              <a:defRPr sz="800">
                <a:solidFill>
                  <a:schemeClr val="tx1"/>
                </a:solidFill>
                <a:latin typeface="Arial" panose="020B0604020202020204" pitchFamily="34" charset="0"/>
                <a:cs typeface="Arial" panose="020B0604020202020204" pitchFamily="34" charset="0"/>
              </a:defRPr>
            </a:lvl9pPr>
          </a:lstStyle>
          <a:p>
            <a:pPr marL="187325" marR="0" lvl="0" indent="-187325" algn="ctr" defTabSz="762000" eaLnBrk="0" fontAlgn="base" latinLnBrk="0" hangingPunct="0">
              <a:lnSpc>
                <a:spcPct val="90000"/>
              </a:lnSpc>
              <a:spcBef>
                <a:spcPct val="0"/>
              </a:spcBef>
              <a:spcAft>
                <a:spcPct val="0"/>
              </a:spcAft>
              <a:buClr>
                <a:srgbClr val="777777"/>
              </a:buClr>
              <a:buSzPct val="80000"/>
              <a:buFont typeface="Wingdings" panose="05000000000000000000" pitchFamily="2" charset="2"/>
              <a:buNone/>
              <a:tabLst/>
              <a:defRPr/>
            </a:pPr>
            <a:r>
              <a:rPr kumimoji="0" lang="en-US" altLang="en-US" sz="1000" b="0" i="0" u="none" strike="noStrike" kern="0" cap="none" spc="0" normalizeH="0" baseline="0" noProof="0">
                <a:ln>
                  <a:noFill/>
                </a:ln>
                <a:solidFill>
                  <a:schemeClr val="bg1"/>
                </a:solidFill>
                <a:effectLst/>
                <a:uLnTx/>
                <a:uFillTx/>
                <a:latin typeface="Book Antiqua" panose="02040602050305030304" pitchFamily="18" charset="0"/>
              </a:rPr>
              <a:t>G5</a:t>
            </a:r>
            <a:endParaRPr kumimoji="0" lang="en-US" altLang="en-US" sz="1000" b="0" i="0" u="none" strike="noStrike" kern="0" cap="none" spc="0" normalizeH="0" baseline="0" noProof="0" dirty="0">
              <a:ln>
                <a:noFill/>
              </a:ln>
              <a:solidFill>
                <a:schemeClr val="bg1"/>
              </a:solidFill>
              <a:effectLst/>
              <a:uLnTx/>
              <a:uFillTx/>
              <a:latin typeface="Book Antiqua" panose="02040602050305030304" pitchFamily="18" charset="0"/>
            </a:endParaRPr>
          </a:p>
        </p:txBody>
      </p:sp>
      <p:sp>
        <p:nvSpPr>
          <p:cNvPr id="8" name="Rectangle 7">
            <a:extLst>
              <a:ext uri="{FF2B5EF4-FFF2-40B4-BE49-F238E27FC236}">
                <a16:creationId xmlns:a16="http://schemas.microsoft.com/office/drawing/2014/main" id="{27AFCCB0-F06F-4415-B3D9-F3C86CD9ED3D}"/>
              </a:ext>
            </a:extLst>
          </p:cNvPr>
          <p:cNvSpPr/>
          <p:nvPr/>
        </p:nvSpPr>
        <p:spPr>
          <a:xfrm>
            <a:off x="7892954" y="3298209"/>
            <a:ext cx="2311022" cy="577755"/>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Tree>
    <p:extLst>
      <p:ext uri="{BB962C8B-B14F-4D97-AF65-F5344CB8AC3E}">
        <p14:creationId xmlns:p14="http://schemas.microsoft.com/office/powerpoint/2010/main" val="2894289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443866" y="88385"/>
            <a:ext cx="7927974" cy="655042"/>
          </a:xfrm>
        </p:spPr>
        <p:txBody>
          <a:bodyPr>
            <a:noAutofit/>
          </a:bodyPr>
          <a:lstStyle/>
          <a:p>
            <a:pPr algn="l"/>
            <a:r>
              <a:rPr lang="en-US" sz="2800" dirty="0" err="1">
                <a:latin typeface="Segoe UI" panose="020B0502040204020203" pitchFamily="34" charset="0"/>
                <a:ea typeface="Segoe UI" panose="020B0502040204020203" pitchFamily="34" charset="0"/>
                <a:cs typeface="Segoe UI" panose="020B0502040204020203" pitchFamily="34" charset="0"/>
              </a:rPr>
              <a:t>Penjelasan</a:t>
            </a:r>
            <a:r>
              <a:rPr lang="en-US" sz="2800" dirty="0">
                <a:latin typeface="Segoe UI" panose="020B0502040204020203" pitchFamily="34" charset="0"/>
                <a:ea typeface="Segoe UI" panose="020B0502040204020203" pitchFamily="34" charset="0"/>
                <a:cs typeface="Segoe UI" panose="020B0502040204020203" pitchFamily="34" charset="0"/>
              </a:rPr>
              <a:t> Domain </a:t>
            </a:r>
            <a:r>
              <a:rPr lang="en-US" sz="2800" dirty="0" err="1">
                <a:latin typeface="Segoe UI" panose="020B0502040204020203" pitchFamily="34" charset="0"/>
                <a:ea typeface="Segoe UI" panose="020B0502040204020203" pitchFamily="34" charset="0"/>
                <a:cs typeface="Segoe UI" panose="020B0502040204020203" pitchFamily="34" charset="0"/>
              </a:rPr>
              <a:t>Informasi</a:t>
            </a:r>
            <a:r>
              <a:rPr lang="en-US" sz="2800" dirty="0">
                <a:latin typeface="Segoe UI" panose="020B0502040204020203" pitchFamily="34" charset="0"/>
                <a:ea typeface="Segoe UI" panose="020B0502040204020203" pitchFamily="34" charset="0"/>
                <a:cs typeface="Segoe UI" panose="020B0502040204020203" pitchFamily="34" charset="0"/>
              </a:rPr>
              <a:t> di LPS</a:t>
            </a:r>
          </a:p>
        </p:txBody>
      </p:sp>
      <p:graphicFrame>
        <p:nvGraphicFramePr>
          <p:cNvPr id="4" name="Table 3">
            <a:extLst>
              <a:ext uri="{FF2B5EF4-FFF2-40B4-BE49-F238E27FC236}">
                <a16:creationId xmlns:a16="http://schemas.microsoft.com/office/drawing/2014/main" id="{DD863674-592C-4280-9680-27F8D9B2C6DD}"/>
              </a:ext>
            </a:extLst>
          </p:cNvPr>
          <p:cNvGraphicFramePr>
            <a:graphicFrameLocks noGrp="1"/>
          </p:cNvGraphicFramePr>
          <p:nvPr>
            <p:extLst>
              <p:ext uri="{D42A27DB-BD31-4B8C-83A1-F6EECF244321}">
                <p14:modId xmlns:p14="http://schemas.microsoft.com/office/powerpoint/2010/main" val="1799316495"/>
              </p:ext>
            </p:extLst>
          </p:nvPr>
        </p:nvGraphicFramePr>
        <p:xfrm>
          <a:off x="706056" y="752354"/>
          <a:ext cx="10312238" cy="5698844"/>
        </p:xfrm>
        <a:graphic>
          <a:graphicData uri="http://schemas.openxmlformats.org/drawingml/2006/table">
            <a:tbl>
              <a:tblPr firstRow="1" firstCol="1" bandRow="1">
                <a:tableStyleId>{F2DE63D5-997A-4646-A377-4702673A728D}</a:tableStyleId>
              </a:tblPr>
              <a:tblGrid>
                <a:gridCol w="481616">
                  <a:extLst>
                    <a:ext uri="{9D8B030D-6E8A-4147-A177-3AD203B41FA5}">
                      <a16:colId xmlns:a16="http://schemas.microsoft.com/office/drawing/2014/main" val="3252299785"/>
                    </a:ext>
                  </a:extLst>
                </a:gridCol>
                <a:gridCol w="2760858">
                  <a:extLst>
                    <a:ext uri="{9D8B030D-6E8A-4147-A177-3AD203B41FA5}">
                      <a16:colId xmlns:a16="http://schemas.microsoft.com/office/drawing/2014/main" val="1707947556"/>
                    </a:ext>
                  </a:extLst>
                </a:gridCol>
                <a:gridCol w="7069764">
                  <a:extLst>
                    <a:ext uri="{9D8B030D-6E8A-4147-A177-3AD203B41FA5}">
                      <a16:colId xmlns:a16="http://schemas.microsoft.com/office/drawing/2014/main" val="3471284810"/>
                    </a:ext>
                  </a:extLst>
                </a:gridCol>
              </a:tblGrid>
              <a:tr h="194637">
                <a:tc>
                  <a:txBody>
                    <a:bodyPr/>
                    <a:lstStyle/>
                    <a:p>
                      <a:pPr algn="ctr">
                        <a:lnSpc>
                          <a:spcPct val="115000"/>
                        </a:lnSpc>
                        <a:spcAft>
                          <a:spcPts val="0"/>
                        </a:spcAft>
                      </a:pPr>
                      <a:r>
                        <a:rPr lang="id-ID" sz="1200" dirty="0" err="1">
                          <a:solidFill>
                            <a:schemeClr val="tx1"/>
                          </a:solidFill>
                          <a:effectLst/>
                        </a:rPr>
                        <a:t>No</a:t>
                      </a:r>
                      <a:endParaRPr lang="en-ID" sz="800" dirty="0">
                        <a:solidFill>
                          <a:schemeClr val="tx1"/>
                        </a:solidFill>
                        <a:effectLst/>
                        <a:latin typeface="Palatino Linotype" panose="02040502050505030304" pitchFamily="18" charset="0"/>
                        <a:ea typeface="HGSMinchoE" panose="02020900000000000000" pitchFamily="18" charset="-128"/>
                        <a:cs typeface="Times New Roman" panose="02020603050405020304" pitchFamily="18" charset="0"/>
                      </a:endParaRPr>
                    </a:p>
                  </a:txBody>
                  <a:tcPr marL="46877" marR="46877" marT="0" marB="0"/>
                </a:tc>
                <a:tc>
                  <a:txBody>
                    <a:bodyPr/>
                    <a:lstStyle/>
                    <a:p>
                      <a:pPr algn="ctr">
                        <a:lnSpc>
                          <a:spcPct val="115000"/>
                        </a:lnSpc>
                        <a:spcAft>
                          <a:spcPts val="0"/>
                        </a:spcAft>
                      </a:pPr>
                      <a:r>
                        <a:rPr lang="id-ID" sz="1200" b="1" kern="1200" dirty="0">
                          <a:solidFill>
                            <a:schemeClr val="tx1"/>
                          </a:solidFill>
                          <a:latin typeface="+mj-lt"/>
                          <a:ea typeface="+mn-ea"/>
                          <a:cs typeface="+mn-cs"/>
                        </a:rPr>
                        <a:t>Domain</a:t>
                      </a:r>
                      <a:r>
                        <a:rPr lang="id-ID" sz="1200" kern="1200" dirty="0">
                          <a:solidFill>
                            <a:schemeClr val="tx1"/>
                          </a:solidFill>
                          <a:latin typeface="+mj-lt"/>
                          <a:ea typeface="+mn-ea"/>
                          <a:cs typeface="+mn-cs"/>
                        </a:rPr>
                        <a:t> Informasi</a:t>
                      </a:r>
                      <a:endParaRPr lang="en-ID" sz="1200" kern="1200" dirty="0">
                        <a:solidFill>
                          <a:schemeClr val="tx1"/>
                        </a:solidFill>
                        <a:latin typeface="+mj-lt"/>
                        <a:ea typeface="+mn-ea"/>
                        <a:cs typeface="+mn-cs"/>
                      </a:endParaRPr>
                    </a:p>
                  </a:txBody>
                  <a:tcPr marL="46877" marR="46877" marT="0" marB="0"/>
                </a:tc>
                <a:tc>
                  <a:txBody>
                    <a:bodyPr/>
                    <a:lstStyle/>
                    <a:p>
                      <a:pPr algn="ctr">
                        <a:lnSpc>
                          <a:spcPct val="115000"/>
                        </a:lnSpc>
                        <a:spcAft>
                          <a:spcPts val="0"/>
                        </a:spcAft>
                      </a:pPr>
                      <a:r>
                        <a:rPr lang="id-ID" sz="1200" kern="1200" dirty="0">
                          <a:solidFill>
                            <a:schemeClr val="tx1"/>
                          </a:solidFill>
                          <a:latin typeface="+mj-lt"/>
                          <a:ea typeface="+mn-ea"/>
                          <a:cs typeface="+mn-cs"/>
                        </a:rPr>
                        <a:t>Deskripsi Domain</a:t>
                      </a:r>
                      <a:endParaRPr lang="en-ID" sz="1200" kern="1200" dirty="0">
                        <a:solidFill>
                          <a:schemeClr val="tx1"/>
                        </a:solidFill>
                        <a:latin typeface="+mj-lt"/>
                        <a:ea typeface="+mn-ea"/>
                        <a:cs typeface="+mn-cs"/>
                      </a:endParaRPr>
                    </a:p>
                  </a:txBody>
                  <a:tcPr marL="46877" marR="46877" marT="0" marB="0"/>
                </a:tc>
                <a:extLst>
                  <a:ext uri="{0D108BD9-81ED-4DB2-BD59-A6C34878D82A}">
                    <a16:rowId xmlns:a16="http://schemas.microsoft.com/office/drawing/2014/main" val="3299222635"/>
                  </a:ext>
                </a:extLst>
              </a:tr>
              <a:tr h="528820">
                <a:tc>
                  <a:txBody>
                    <a:bodyPr/>
                    <a:lstStyle/>
                    <a:p>
                      <a:pPr algn="ctr">
                        <a:lnSpc>
                          <a:spcPct val="115000"/>
                        </a:lnSpc>
                        <a:spcAft>
                          <a:spcPts val="0"/>
                        </a:spcAft>
                      </a:pPr>
                      <a:r>
                        <a:rPr lang="id-ID" sz="1200" b="0" dirty="0">
                          <a:effectLst/>
                        </a:rPr>
                        <a:t>1</a:t>
                      </a:r>
                      <a:endParaRPr lang="en-ID" sz="1200" b="0" dirty="0">
                        <a:effectLst/>
                        <a:latin typeface="Palatino Linotype" panose="02040502050505030304" pitchFamily="18" charset="0"/>
                        <a:ea typeface="HGSMinchoE" panose="02020900000000000000" pitchFamily="18" charset="-128"/>
                        <a:cs typeface="Times New Roman" panose="02020603050405020304" pitchFamily="18" charset="0"/>
                      </a:endParaRPr>
                    </a:p>
                  </a:txBody>
                  <a:tcPr marL="46877" marR="46877" marT="0" marB="0"/>
                </a:tc>
                <a:tc>
                  <a:txBody>
                    <a:bodyPr/>
                    <a:lstStyle/>
                    <a:p>
                      <a:pPr>
                        <a:lnSpc>
                          <a:spcPct val="115000"/>
                        </a:lnSpc>
                        <a:spcAft>
                          <a:spcPts val="0"/>
                        </a:spcAft>
                      </a:pPr>
                      <a:r>
                        <a:rPr lang="id-ID" sz="1200" b="1" kern="1200" dirty="0">
                          <a:solidFill>
                            <a:schemeClr val="tx1"/>
                          </a:solidFill>
                          <a:latin typeface="+mj-lt"/>
                          <a:ea typeface="+mn-ea"/>
                          <a:cs typeface="+mn-cs"/>
                        </a:rPr>
                        <a:t>Data Penjaminan (Insurance Data)</a:t>
                      </a:r>
                      <a:endParaRPr lang="en-ID" sz="1200" b="1" kern="1200" dirty="0">
                        <a:solidFill>
                          <a:schemeClr val="tx1"/>
                        </a:solidFill>
                        <a:latin typeface="+mj-lt"/>
                        <a:ea typeface="+mn-ea"/>
                        <a:cs typeface="+mn-cs"/>
                      </a:endParaRPr>
                    </a:p>
                  </a:txBody>
                  <a:tcPr marL="46877" marR="46877" marT="0" marB="0"/>
                </a:tc>
                <a:tc>
                  <a:txBody>
                    <a:bodyPr/>
                    <a:lstStyle/>
                    <a:p>
                      <a:pPr>
                        <a:lnSpc>
                          <a:spcPct val="115000"/>
                        </a:lnSpc>
                        <a:spcAft>
                          <a:spcPts val="0"/>
                        </a:spcAft>
                      </a:pPr>
                      <a:r>
                        <a:rPr lang="id-ID" sz="1200" kern="1200" dirty="0">
                          <a:solidFill>
                            <a:schemeClr val="tx1"/>
                          </a:solidFill>
                          <a:latin typeface="+mj-lt"/>
                          <a:ea typeface="+mn-ea"/>
                          <a:cs typeface="+mn-cs"/>
                        </a:rPr>
                        <a:t>Informasi terkait dengan profil bank peserta penjaminan, data simpanan yang dimiliki dan dijamin serta premi yang harus dibayarkan oleh bank peserta penjaminan</a:t>
                      </a:r>
                      <a:endParaRPr lang="en-ID" sz="1200" kern="1200" dirty="0">
                        <a:solidFill>
                          <a:schemeClr val="tx1"/>
                        </a:solidFill>
                        <a:latin typeface="+mj-lt"/>
                        <a:ea typeface="+mn-ea"/>
                        <a:cs typeface="+mn-cs"/>
                      </a:endParaRPr>
                    </a:p>
                  </a:txBody>
                  <a:tcPr marL="46877" marR="46877" marT="0" marB="0"/>
                </a:tc>
                <a:extLst>
                  <a:ext uri="{0D108BD9-81ED-4DB2-BD59-A6C34878D82A}">
                    <a16:rowId xmlns:a16="http://schemas.microsoft.com/office/drawing/2014/main" val="161200099"/>
                  </a:ext>
                </a:extLst>
              </a:tr>
              <a:tr h="708530">
                <a:tc>
                  <a:txBody>
                    <a:bodyPr/>
                    <a:lstStyle/>
                    <a:p>
                      <a:pPr algn="ctr">
                        <a:lnSpc>
                          <a:spcPct val="115000"/>
                        </a:lnSpc>
                        <a:spcAft>
                          <a:spcPts val="0"/>
                        </a:spcAft>
                      </a:pPr>
                      <a:r>
                        <a:rPr lang="id-ID" sz="1200" b="0" dirty="0">
                          <a:effectLst/>
                        </a:rPr>
                        <a:t>2</a:t>
                      </a:r>
                      <a:endParaRPr lang="en-ID" sz="1200" b="0" dirty="0">
                        <a:effectLst/>
                        <a:latin typeface="Palatino Linotype" panose="02040502050505030304" pitchFamily="18" charset="0"/>
                        <a:ea typeface="HGSMinchoE" panose="02020900000000000000" pitchFamily="18" charset="-128"/>
                        <a:cs typeface="Times New Roman" panose="02020603050405020304" pitchFamily="18" charset="0"/>
                      </a:endParaRPr>
                    </a:p>
                  </a:txBody>
                  <a:tcPr marL="46877" marR="46877" marT="0" marB="0"/>
                </a:tc>
                <a:tc>
                  <a:txBody>
                    <a:bodyPr/>
                    <a:lstStyle/>
                    <a:p>
                      <a:pPr>
                        <a:lnSpc>
                          <a:spcPct val="115000"/>
                        </a:lnSpc>
                        <a:spcAft>
                          <a:spcPts val="0"/>
                        </a:spcAft>
                      </a:pPr>
                      <a:r>
                        <a:rPr lang="id-ID" sz="1200" b="1" kern="1200" dirty="0">
                          <a:solidFill>
                            <a:schemeClr val="tx1"/>
                          </a:solidFill>
                          <a:latin typeface="+mj-lt"/>
                          <a:ea typeface="+mn-ea"/>
                          <a:cs typeface="+mn-cs"/>
                        </a:rPr>
                        <a:t>Data </a:t>
                      </a:r>
                      <a:r>
                        <a:rPr lang="id-ID" sz="1200" b="1" kern="1200" dirty="0" err="1">
                          <a:solidFill>
                            <a:schemeClr val="tx1"/>
                          </a:solidFill>
                          <a:latin typeface="+mj-lt"/>
                          <a:ea typeface="+mn-ea"/>
                          <a:cs typeface="+mn-cs"/>
                        </a:rPr>
                        <a:t>Surveilans</a:t>
                      </a:r>
                      <a:r>
                        <a:rPr lang="id-ID" sz="1200" b="1" kern="1200" dirty="0">
                          <a:solidFill>
                            <a:schemeClr val="tx1"/>
                          </a:solidFill>
                          <a:latin typeface="+mj-lt"/>
                          <a:ea typeface="+mn-ea"/>
                          <a:cs typeface="+mn-cs"/>
                        </a:rPr>
                        <a:t> (</a:t>
                      </a:r>
                      <a:r>
                        <a:rPr lang="id-ID" sz="1200" b="1" kern="1200" dirty="0" err="1">
                          <a:solidFill>
                            <a:schemeClr val="tx1"/>
                          </a:solidFill>
                          <a:latin typeface="+mj-lt"/>
                          <a:ea typeface="+mn-ea"/>
                          <a:cs typeface="+mn-cs"/>
                        </a:rPr>
                        <a:t>Surveillance</a:t>
                      </a:r>
                      <a:r>
                        <a:rPr lang="id-ID" sz="1200" b="1" kern="1200" dirty="0">
                          <a:solidFill>
                            <a:schemeClr val="tx1"/>
                          </a:solidFill>
                          <a:latin typeface="+mj-lt"/>
                          <a:ea typeface="+mn-ea"/>
                          <a:cs typeface="+mn-cs"/>
                        </a:rPr>
                        <a:t> Data)</a:t>
                      </a:r>
                      <a:endParaRPr lang="en-ID" sz="1200" b="1" kern="1200" dirty="0">
                        <a:solidFill>
                          <a:schemeClr val="tx1"/>
                        </a:solidFill>
                        <a:latin typeface="+mj-lt"/>
                        <a:ea typeface="+mn-ea"/>
                        <a:cs typeface="+mn-cs"/>
                      </a:endParaRPr>
                    </a:p>
                  </a:txBody>
                  <a:tcPr marL="46877" marR="46877" marT="0" marB="0"/>
                </a:tc>
                <a:tc>
                  <a:txBody>
                    <a:bodyPr/>
                    <a:lstStyle/>
                    <a:p>
                      <a:pPr>
                        <a:lnSpc>
                          <a:spcPct val="115000"/>
                        </a:lnSpc>
                        <a:spcAft>
                          <a:spcPts val="0"/>
                        </a:spcAft>
                      </a:pPr>
                      <a:r>
                        <a:rPr lang="id-ID" sz="1200" kern="1200" dirty="0">
                          <a:solidFill>
                            <a:schemeClr val="tx1"/>
                          </a:solidFill>
                          <a:latin typeface="+mj-lt"/>
                          <a:ea typeface="+mn-ea"/>
                          <a:cs typeface="+mn-cs"/>
                        </a:rPr>
                        <a:t>Informasi terkait dengan pemantauan stabilitas sistem keuangan baik dari </a:t>
                      </a:r>
                      <a:r>
                        <a:rPr lang="id-ID" sz="1200" kern="1200" dirty="0" err="1">
                          <a:solidFill>
                            <a:schemeClr val="tx1"/>
                          </a:solidFill>
                          <a:latin typeface="+mj-lt"/>
                          <a:ea typeface="+mn-ea"/>
                          <a:cs typeface="+mn-cs"/>
                        </a:rPr>
                        <a:t>aspoek</a:t>
                      </a:r>
                      <a:r>
                        <a:rPr lang="id-ID" sz="1200" kern="1200" dirty="0">
                          <a:solidFill>
                            <a:schemeClr val="tx1"/>
                          </a:solidFill>
                          <a:latin typeface="+mj-lt"/>
                          <a:ea typeface="+mn-ea"/>
                          <a:cs typeface="+mn-cs"/>
                        </a:rPr>
                        <a:t> ekonomi makro, sektor ekonomi terkait lainnya, kondisi perbankan nasional dan kondisi individual bank peserta penjaminan</a:t>
                      </a:r>
                      <a:endParaRPr lang="en-ID" sz="1200" kern="1200" dirty="0">
                        <a:solidFill>
                          <a:schemeClr val="tx1"/>
                        </a:solidFill>
                        <a:latin typeface="+mj-lt"/>
                        <a:ea typeface="+mn-ea"/>
                        <a:cs typeface="+mn-cs"/>
                      </a:endParaRPr>
                    </a:p>
                  </a:txBody>
                  <a:tcPr marL="46877" marR="46877" marT="0" marB="0"/>
                </a:tc>
                <a:extLst>
                  <a:ext uri="{0D108BD9-81ED-4DB2-BD59-A6C34878D82A}">
                    <a16:rowId xmlns:a16="http://schemas.microsoft.com/office/drawing/2014/main" val="1095701245"/>
                  </a:ext>
                </a:extLst>
              </a:tr>
              <a:tr h="888240">
                <a:tc>
                  <a:txBody>
                    <a:bodyPr/>
                    <a:lstStyle/>
                    <a:p>
                      <a:pPr algn="ctr">
                        <a:lnSpc>
                          <a:spcPct val="115000"/>
                        </a:lnSpc>
                        <a:spcAft>
                          <a:spcPts val="0"/>
                        </a:spcAft>
                      </a:pPr>
                      <a:r>
                        <a:rPr lang="id-ID" sz="1200" b="0" dirty="0">
                          <a:effectLst/>
                        </a:rPr>
                        <a:t>3</a:t>
                      </a:r>
                      <a:endParaRPr lang="en-ID" sz="1200" b="0" dirty="0">
                        <a:effectLst/>
                        <a:latin typeface="Palatino Linotype" panose="02040502050505030304" pitchFamily="18" charset="0"/>
                        <a:ea typeface="HGSMinchoE" panose="02020900000000000000" pitchFamily="18" charset="-128"/>
                        <a:cs typeface="Times New Roman" panose="02020603050405020304" pitchFamily="18" charset="0"/>
                      </a:endParaRPr>
                    </a:p>
                  </a:txBody>
                  <a:tcPr marL="46877" marR="46877" marT="0" marB="0"/>
                </a:tc>
                <a:tc>
                  <a:txBody>
                    <a:bodyPr/>
                    <a:lstStyle/>
                    <a:p>
                      <a:pPr>
                        <a:lnSpc>
                          <a:spcPct val="115000"/>
                        </a:lnSpc>
                        <a:spcAft>
                          <a:spcPts val="0"/>
                        </a:spcAft>
                      </a:pPr>
                      <a:r>
                        <a:rPr lang="id-ID" sz="1200" b="1" kern="1200" dirty="0">
                          <a:solidFill>
                            <a:schemeClr val="tx1"/>
                          </a:solidFill>
                          <a:latin typeface="+mj-lt"/>
                          <a:ea typeface="+mn-ea"/>
                          <a:cs typeface="+mn-cs"/>
                        </a:rPr>
                        <a:t>Data Resolusi (</a:t>
                      </a:r>
                      <a:r>
                        <a:rPr lang="id-ID" sz="1200" b="1" kern="1200" dirty="0" err="1">
                          <a:solidFill>
                            <a:schemeClr val="tx1"/>
                          </a:solidFill>
                          <a:latin typeface="+mj-lt"/>
                          <a:ea typeface="+mn-ea"/>
                          <a:cs typeface="+mn-cs"/>
                        </a:rPr>
                        <a:t>Resolution</a:t>
                      </a:r>
                      <a:r>
                        <a:rPr lang="id-ID" sz="1200" b="1" kern="1200" dirty="0">
                          <a:solidFill>
                            <a:schemeClr val="tx1"/>
                          </a:solidFill>
                          <a:latin typeface="+mj-lt"/>
                          <a:ea typeface="+mn-ea"/>
                          <a:cs typeface="+mn-cs"/>
                        </a:rPr>
                        <a:t> Data)</a:t>
                      </a:r>
                      <a:endParaRPr lang="en-ID" sz="1200" b="1" kern="1200" dirty="0">
                        <a:solidFill>
                          <a:schemeClr val="tx1"/>
                        </a:solidFill>
                        <a:latin typeface="+mj-lt"/>
                        <a:ea typeface="+mn-ea"/>
                        <a:cs typeface="+mn-cs"/>
                      </a:endParaRPr>
                    </a:p>
                  </a:txBody>
                  <a:tcPr marL="46877" marR="46877" marT="0" marB="0"/>
                </a:tc>
                <a:tc>
                  <a:txBody>
                    <a:bodyPr/>
                    <a:lstStyle/>
                    <a:p>
                      <a:pPr>
                        <a:lnSpc>
                          <a:spcPct val="115000"/>
                        </a:lnSpc>
                        <a:spcAft>
                          <a:spcPts val="0"/>
                        </a:spcAft>
                      </a:pPr>
                      <a:r>
                        <a:rPr lang="id-ID" sz="1200" kern="1200" dirty="0">
                          <a:solidFill>
                            <a:schemeClr val="tx1"/>
                          </a:solidFill>
                          <a:latin typeface="+mj-lt"/>
                          <a:ea typeface="+mn-ea"/>
                          <a:cs typeface="+mn-cs"/>
                        </a:rPr>
                        <a:t>Informasi terkait kegiatan penanganan bank gagal mulai dari profil bank gagal, data pembayaran klaim, sampai dengan data-data yang dihasilkan dalam proses resolusi bank baik Penyelamatan Bank maupun Likuidasi Bank (termasuk bank normal dan bank dalam pengawasan)</a:t>
                      </a:r>
                      <a:endParaRPr lang="en-ID" sz="1200" kern="1200" dirty="0">
                        <a:solidFill>
                          <a:schemeClr val="tx1"/>
                        </a:solidFill>
                        <a:latin typeface="+mj-lt"/>
                        <a:ea typeface="+mn-ea"/>
                        <a:cs typeface="+mn-cs"/>
                      </a:endParaRPr>
                    </a:p>
                  </a:txBody>
                  <a:tcPr marL="46877" marR="46877" marT="0" marB="0"/>
                </a:tc>
                <a:extLst>
                  <a:ext uri="{0D108BD9-81ED-4DB2-BD59-A6C34878D82A}">
                    <a16:rowId xmlns:a16="http://schemas.microsoft.com/office/drawing/2014/main" val="511566743"/>
                  </a:ext>
                </a:extLst>
              </a:tr>
              <a:tr h="349112">
                <a:tc>
                  <a:txBody>
                    <a:bodyPr/>
                    <a:lstStyle/>
                    <a:p>
                      <a:pPr algn="ctr">
                        <a:lnSpc>
                          <a:spcPct val="115000"/>
                        </a:lnSpc>
                        <a:spcAft>
                          <a:spcPts val="0"/>
                        </a:spcAft>
                      </a:pPr>
                      <a:r>
                        <a:rPr lang="id-ID" sz="1200" b="0" dirty="0">
                          <a:effectLst/>
                        </a:rPr>
                        <a:t>4</a:t>
                      </a:r>
                      <a:endParaRPr lang="en-ID" sz="1200" b="0" dirty="0">
                        <a:effectLst/>
                        <a:latin typeface="Palatino Linotype" panose="02040502050505030304" pitchFamily="18" charset="0"/>
                        <a:ea typeface="HGSMinchoE" panose="02020900000000000000" pitchFamily="18" charset="-128"/>
                        <a:cs typeface="Times New Roman" panose="02020603050405020304" pitchFamily="18" charset="0"/>
                      </a:endParaRPr>
                    </a:p>
                  </a:txBody>
                  <a:tcPr marL="46877" marR="46877" marT="0" marB="0"/>
                </a:tc>
                <a:tc>
                  <a:txBody>
                    <a:bodyPr/>
                    <a:lstStyle/>
                    <a:p>
                      <a:pPr>
                        <a:lnSpc>
                          <a:spcPct val="115000"/>
                        </a:lnSpc>
                        <a:spcAft>
                          <a:spcPts val="0"/>
                        </a:spcAft>
                      </a:pPr>
                      <a:r>
                        <a:rPr lang="id-ID" sz="1200" b="1" kern="1200" dirty="0">
                          <a:solidFill>
                            <a:schemeClr val="tx1"/>
                          </a:solidFill>
                          <a:latin typeface="+mj-lt"/>
                          <a:ea typeface="+mn-ea"/>
                          <a:cs typeface="+mn-cs"/>
                        </a:rPr>
                        <a:t>Data Investasi (Investment Data)</a:t>
                      </a:r>
                      <a:endParaRPr lang="en-ID" sz="1200" b="1" kern="1200" dirty="0">
                        <a:solidFill>
                          <a:schemeClr val="tx1"/>
                        </a:solidFill>
                        <a:latin typeface="+mj-lt"/>
                        <a:ea typeface="+mn-ea"/>
                        <a:cs typeface="+mn-cs"/>
                      </a:endParaRPr>
                    </a:p>
                  </a:txBody>
                  <a:tcPr marL="46877" marR="46877" marT="0" marB="0"/>
                </a:tc>
                <a:tc>
                  <a:txBody>
                    <a:bodyPr/>
                    <a:lstStyle/>
                    <a:p>
                      <a:pPr>
                        <a:lnSpc>
                          <a:spcPct val="115000"/>
                        </a:lnSpc>
                        <a:spcAft>
                          <a:spcPts val="0"/>
                        </a:spcAft>
                      </a:pPr>
                      <a:r>
                        <a:rPr lang="id-ID" sz="1200" kern="1200" dirty="0">
                          <a:solidFill>
                            <a:schemeClr val="tx1"/>
                          </a:solidFill>
                          <a:latin typeface="+mj-lt"/>
                          <a:ea typeface="+mn-ea"/>
                          <a:cs typeface="+mn-cs"/>
                        </a:rPr>
                        <a:t>Informasi terkait dengan pengelolaan likuiditas dan investasi LPS yang di dalamnya </a:t>
                      </a:r>
                      <a:endParaRPr lang="en-ID" sz="1200" kern="1200" dirty="0">
                        <a:solidFill>
                          <a:schemeClr val="tx1"/>
                        </a:solidFill>
                        <a:latin typeface="+mj-lt"/>
                        <a:ea typeface="+mn-ea"/>
                        <a:cs typeface="+mn-cs"/>
                      </a:endParaRPr>
                    </a:p>
                  </a:txBody>
                  <a:tcPr marL="46877" marR="46877" marT="0" marB="0"/>
                </a:tc>
                <a:extLst>
                  <a:ext uri="{0D108BD9-81ED-4DB2-BD59-A6C34878D82A}">
                    <a16:rowId xmlns:a16="http://schemas.microsoft.com/office/drawing/2014/main" val="37934445"/>
                  </a:ext>
                </a:extLst>
              </a:tr>
              <a:tr h="888240">
                <a:tc>
                  <a:txBody>
                    <a:bodyPr/>
                    <a:lstStyle/>
                    <a:p>
                      <a:pPr algn="ctr">
                        <a:lnSpc>
                          <a:spcPct val="115000"/>
                        </a:lnSpc>
                        <a:spcAft>
                          <a:spcPts val="0"/>
                        </a:spcAft>
                      </a:pPr>
                      <a:r>
                        <a:rPr lang="id-ID" sz="1200" b="0" dirty="0">
                          <a:effectLst/>
                        </a:rPr>
                        <a:t>5</a:t>
                      </a:r>
                      <a:endParaRPr lang="en-ID" sz="1200" b="0" dirty="0">
                        <a:effectLst/>
                        <a:latin typeface="Palatino Linotype" panose="02040502050505030304" pitchFamily="18" charset="0"/>
                        <a:ea typeface="HGSMinchoE" panose="02020900000000000000" pitchFamily="18" charset="-128"/>
                        <a:cs typeface="Times New Roman" panose="02020603050405020304" pitchFamily="18" charset="0"/>
                      </a:endParaRPr>
                    </a:p>
                  </a:txBody>
                  <a:tcPr marL="46877" marR="46877" marT="0" marB="0"/>
                </a:tc>
                <a:tc>
                  <a:txBody>
                    <a:bodyPr/>
                    <a:lstStyle/>
                    <a:p>
                      <a:pPr>
                        <a:lnSpc>
                          <a:spcPct val="115000"/>
                        </a:lnSpc>
                        <a:spcAft>
                          <a:spcPts val="0"/>
                        </a:spcAft>
                      </a:pPr>
                      <a:r>
                        <a:rPr lang="id-ID" sz="1200" b="1" kern="1200" dirty="0">
                          <a:solidFill>
                            <a:schemeClr val="tx1"/>
                          </a:solidFill>
                          <a:latin typeface="+mj-lt"/>
                          <a:ea typeface="+mn-ea"/>
                          <a:cs typeface="+mn-cs"/>
                        </a:rPr>
                        <a:t>Data Manajemen Lembaga (Enterprise </a:t>
                      </a:r>
                      <a:r>
                        <a:rPr lang="id-ID" sz="1200" b="1" kern="1200" dirty="0" err="1">
                          <a:solidFill>
                            <a:schemeClr val="tx1"/>
                          </a:solidFill>
                          <a:latin typeface="+mj-lt"/>
                          <a:ea typeface="+mn-ea"/>
                          <a:cs typeface="+mn-cs"/>
                        </a:rPr>
                        <a:t>Management</a:t>
                      </a:r>
                      <a:r>
                        <a:rPr lang="id-ID" sz="1200" b="1" kern="1200" dirty="0">
                          <a:solidFill>
                            <a:schemeClr val="tx1"/>
                          </a:solidFill>
                          <a:latin typeface="+mj-lt"/>
                          <a:ea typeface="+mn-ea"/>
                          <a:cs typeface="+mn-cs"/>
                        </a:rPr>
                        <a:t> Data)</a:t>
                      </a:r>
                      <a:endParaRPr lang="en-ID" sz="1200" b="1" kern="1200" dirty="0">
                        <a:solidFill>
                          <a:schemeClr val="tx1"/>
                        </a:solidFill>
                        <a:latin typeface="+mj-lt"/>
                        <a:ea typeface="+mn-ea"/>
                        <a:cs typeface="+mn-cs"/>
                      </a:endParaRPr>
                    </a:p>
                  </a:txBody>
                  <a:tcPr marL="46877" marR="46877" marT="0" marB="0"/>
                </a:tc>
                <a:tc>
                  <a:txBody>
                    <a:bodyPr/>
                    <a:lstStyle/>
                    <a:p>
                      <a:pPr>
                        <a:lnSpc>
                          <a:spcPct val="115000"/>
                        </a:lnSpc>
                        <a:spcAft>
                          <a:spcPts val="0"/>
                        </a:spcAft>
                      </a:pPr>
                      <a:r>
                        <a:rPr lang="id-ID" sz="1200" kern="1200" dirty="0">
                          <a:solidFill>
                            <a:schemeClr val="tx1"/>
                          </a:solidFill>
                          <a:latin typeface="+mj-lt"/>
                          <a:ea typeface="+mn-ea"/>
                          <a:cs typeface="+mn-cs"/>
                        </a:rPr>
                        <a:t>Informasi terkait kegiatan operasional yang mendukung LPS dalam kegiatannya sehari-hari, mulai dari data Kinerja (Karyawan, Group, dan Organisasi), Sumber Daya Manusia, </a:t>
                      </a:r>
                      <a:r>
                        <a:rPr lang="en-ID" sz="1200" kern="1200" dirty="0">
                          <a:solidFill>
                            <a:schemeClr val="tx1"/>
                          </a:solidFill>
                          <a:latin typeface="+mj-lt"/>
                          <a:ea typeface="+mn-ea"/>
                          <a:cs typeface="+mn-cs"/>
                        </a:rPr>
                        <a:t>P</a:t>
                      </a:r>
                      <a:r>
                        <a:rPr lang="id-ID" sz="1200" kern="1200" dirty="0" err="1">
                          <a:solidFill>
                            <a:schemeClr val="tx1"/>
                          </a:solidFill>
                          <a:latin typeface="+mj-lt"/>
                          <a:ea typeface="+mn-ea"/>
                          <a:cs typeface="+mn-cs"/>
                        </a:rPr>
                        <a:t>engadaan</a:t>
                      </a:r>
                      <a:r>
                        <a:rPr lang="id-ID" sz="1200" kern="1200" dirty="0">
                          <a:solidFill>
                            <a:schemeClr val="tx1"/>
                          </a:solidFill>
                          <a:latin typeface="+mj-lt"/>
                          <a:ea typeface="+mn-ea"/>
                          <a:cs typeface="+mn-cs"/>
                        </a:rPr>
                        <a:t>, Logistik, TI, Akuntansi dan Keuangan, Legal, Komunikasi, Manajemen Risiko, </a:t>
                      </a:r>
                      <a:r>
                        <a:rPr lang="id-ID" sz="1200" kern="1200" dirty="0" err="1">
                          <a:solidFill>
                            <a:schemeClr val="tx1"/>
                          </a:solidFill>
                          <a:latin typeface="+mj-lt"/>
                          <a:ea typeface="+mn-ea"/>
                          <a:cs typeface="+mn-cs"/>
                        </a:rPr>
                        <a:t>dsb</a:t>
                      </a:r>
                      <a:endParaRPr lang="en-ID" sz="1200" kern="1200" dirty="0">
                        <a:solidFill>
                          <a:schemeClr val="tx1"/>
                        </a:solidFill>
                        <a:latin typeface="+mj-lt"/>
                        <a:ea typeface="+mn-ea"/>
                        <a:cs typeface="+mn-cs"/>
                      </a:endParaRPr>
                    </a:p>
                  </a:txBody>
                  <a:tcPr marL="46877" marR="46877" marT="0" marB="0"/>
                </a:tc>
                <a:extLst>
                  <a:ext uri="{0D108BD9-81ED-4DB2-BD59-A6C34878D82A}">
                    <a16:rowId xmlns:a16="http://schemas.microsoft.com/office/drawing/2014/main" val="1627890842"/>
                  </a:ext>
                </a:extLst>
              </a:tr>
              <a:tr h="708530">
                <a:tc>
                  <a:txBody>
                    <a:bodyPr/>
                    <a:lstStyle/>
                    <a:p>
                      <a:pPr algn="ctr">
                        <a:lnSpc>
                          <a:spcPct val="115000"/>
                        </a:lnSpc>
                        <a:spcAft>
                          <a:spcPts val="0"/>
                        </a:spcAft>
                      </a:pPr>
                      <a:r>
                        <a:rPr lang="id-ID" sz="1200" b="0" dirty="0">
                          <a:effectLst/>
                        </a:rPr>
                        <a:t>6</a:t>
                      </a:r>
                      <a:endParaRPr lang="en-ID" sz="1200" b="0" dirty="0">
                        <a:effectLst/>
                        <a:latin typeface="Palatino Linotype" panose="02040502050505030304" pitchFamily="18" charset="0"/>
                        <a:ea typeface="HGSMinchoE" panose="02020900000000000000" pitchFamily="18" charset="-128"/>
                        <a:cs typeface="Times New Roman" panose="02020603050405020304" pitchFamily="18" charset="0"/>
                      </a:endParaRPr>
                    </a:p>
                  </a:txBody>
                  <a:tcPr marL="46877" marR="46877" marT="0" marB="0"/>
                </a:tc>
                <a:tc>
                  <a:txBody>
                    <a:bodyPr/>
                    <a:lstStyle/>
                    <a:p>
                      <a:pPr>
                        <a:lnSpc>
                          <a:spcPct val="115000"/>
                        </a:lnSpc>
                        <a:spcAft>
                          <a:spcPts val="0"/>
                        </a:spcAft>
                      </a:pPr>
                      <a:r>
                        <a:rPr lang="id-ID" sz="1200" b="1" kern="1200" dirty="0">
                          <a:solidFill>
                            <a:schemeClr val="tx1"/>
                          </a:solidFill>
                          <a:latin typeface="+mj-lt"/>
                          <a:ea typeface="+mn-ea"/>
                          <a:cs typeface="+mn-cs"/>
                        </a:rPr>
                        <a:t>Data Hukum dan Peraturan (Legal &amp; </a:t>
                      </a:r>
                      <a:r>
                        <a:rPr lang="id-ID" sz="1200" b="1" kern="1200" dirty="0" err="1">
                          <a:solidFill>
                            <a:schemeClr val="tx1"/>
                          </a:solidFill>
                          <a:latin typeface="+mj-lt"/>
                          <a:ea typeface="+mn-ea"/>
                          <a:cs typeface="+mn-cs"/>
                        </a:rPr>
                        <a:t>Regulatory</a:t>
                      </a:r>
                      <a:r>
                        <a:rPr lang="id-ID" sz="1200" b="1" kern="1200" dirty="0">
                          <a:solidFill>
                            <a:schemeClr val="tx1"/>
                          </a:solidFill>
                          <a:latin typeface="+mj-lt"/>
                          <a:ea typeface="+mn-ea"/>
                          <a:cs typeface="+mn-cs"/>
                        </a:rPr>
                        <a:t> Data)</a:t>
                      </a:r>
                      <a:endParaRPr lang="en-ID" sz="1200" b="1" kern="1200" dirty="0">
                        <a:solidFill>
                          <a:schemeClr val="tx1"/>
                        </a:solidFill>
                        <a:latin typeface="+mj-lt"/>
                        <a:ea typeface="+mn-ea"/>
                        <a:cs typeface="+mn-cs"/>
                      </a:endParaRPr>
                    </a:p>
                  </a:txBody>
                  <a:tcPr marL="46877" marR="46877" marT="0" marB="0"/>
                </a:tc>
                <a:tc>
                  <a:txBody>
                    <a:bodyPr/>
                    <a:lstStyle/>
                    <a:p>
                      <a:pPr>
                        <a:lnSpc>
                          <a:spcPct val="115000"/>
                        </a:lnSpc>
                        <a:spcAft>
                          <a:spcPts val="0"/>
                        </a:spcAft>
                      </a:pPr>
                      <a:r>
                        <a:rPr lang="id-ID" sz="1200" kern="1200" dirty="0">
                          <a:solidFill>
                            <a:schemeClr val="tx1"/>
                          </a:solidFill>
                          <a:latin typeface="+mj-lt"/>
                          <a:ea typeface="+mn-ea"/>
                          <a:cs typeface="+mn-cs"/>
                        </a:rPr>
                        <a:t>Informasi terkait tata kelola dan pengendalian perusahaan yang terdiri dari berbagai dokumen yang menjadi dasar pelaksanaan tugas berbagai unit bisnis di LPS termasuk di dalamnya peraturan kebijakan, sampai dengan prosedur operasional</a:t>
                      </a:r>
                      <a:endParaRPr lang="en-ID" sz="1200" kern="1200" dirty="0">
                        <a:solidFill>
                          <a:schemeClr val="tx1"/>
                        </a:solidFill>
                        <a:latin typeface="+mj-lt"/>
                        <a:ea typeface="+mn-ea"/>
                        <a:cs typeface="+mn-cs"/>
                      </a:endParaRPr>
                    </a:p>
                  </a:txBody>
                  <a:tcPr marL="46877" marR="46877" marT="0" marB="0"/>
                </a:tc>
                <a:extLst>
                  <a:ext uri="{0D108BD9-81ED-4DB2-BD59-A6C34878D82A}">
                    <a16:rowId xmlns:a16="http://schemas.microsoft.com/office/drawing/2014/main" val="1272572689"/>
                  </a:ext>
                </a:extLst>
              </a:tr>
              <a:tr h="888240">
                <a:tc>
                  <a:txBody>
                    <a:bodyPr/>
                    <a:lstStyle/>
                    <a:p>
                      <a:pPr algn="ctr">
                        <a:lnSpc>
                          <a:spcPct val="115000"/>
                        </a:lnSpc>
                        <a:spcAft>
                          <a:spcPts val="0"/>
                        </a:spcAft>
                      </a:pPr>
                      <a:r>
                        <a:rPr lang="id-ID" sz="1200" b="0" dirty="0">
                          <a:effectLst/>
                        </a:rPr>
                        <a:t>7</a:t>
                      </a:r>
                      <a:endParaRPr lang="en-ID" sz="1200" b="0" dirty="0">
                        <a:effectLst/>
                        <a:latin typeface="Palatino Linotype" panose="02040502050505030304" pitchFamily="18" charset="0"/>
                        <a:ea typeface="HGSMinchoE" panose="02020900000000000000" pitchFamily="18" charset="-128"/>
                        <a:cs typeface="Times New Roman" panose="02020603050405020304" pitchFamily="18" charset="0"/>
                      </a:endParaRPr>
                    </a:p>
                  </a:txBody>
                  <a:tcPr marL="46877" marR="46877" marT="0" marB="0"/>
                </a:tc>
                <a:tc>
                  <a:txBody>
                    <a:bodyPr/>
                    <a:lstStyle/>
                    <a:p>
                      <a:pPr>
                        <a:lnSpc>
                          <a:spcPct val="115000"/>
                        </a:lnSpc>
                        <a:spcAft>
                          <a:spcPts val="0"/>
                        </a:spcAft>
                      </a:pPr>
                      <a:r>
                        <a:rPr lang="id-ID" sz="1200" b="1" kern="1200" dirty="0">
                          <a:solidFill>
                            <a:schemeClr val="tx1"/>
                          </a:solidFill>
                          <a:latin typeface="+mj-lt"/>
                          <a:ea typeface="+mn-ea"/>
                          <a:cs typeface="+mn-cs"/>
                        </a:rPr>
                        <a:t>Data Vendor (Vendor Data)</a:t>
                      </a:r>
                      <a:endParaRPr lang="en-ID" sz="1200" b="1" kern="1200" dirty="0">
                        <a:solidFill>
                          <a:schemeClr val="tx1"/>
                        </a:solidFill>
                        <a:latin typeface="+mj-lt"/>
                        <a:ea typeface="+mn-ea"/>
                        <a:cs typeface="+mn-cs"/>
                      </a:endParaRPr>
                    </a:p>
                  </a:txBody>
                  <a:tcPr marL="46877" marR="46877" marT="0" marB="0"/>
                </a:tc>
                <a:tc>
                  <a:txBody>
                    <a:bodyPr/>
                    <a:lstStyle/>
                    <a:p>
                      <a:pPr>
                        <a:lnSpc>
                          <a:spcPct val="115000"/>
                        </a:lnSpc>
                        <a:spcAft>
                          <a:spcPts val="0"/>
                        </a:spcAft>
                      </a:pPr>
                      <a:r>
                        <a:rPr lang="id-ID" sz="1200" kern="1200" dirty="0">
                          <a:solidFill>
                            <a:schemeClr val="tx1"/>
                          </a:solidFill>
                          <a:latin typeface="+mj-lt"/>
                          <a:ea typeface="+mn-ea"/>
                          <a:cs typeface="+mn-cs"/>
                        </a:rPr>
                        <a:t>Informasi terkait pengelolaan pihak ketiga yang menyediakan barang dan jasa bagi LPS baik secara satu waktu ataupun secara berkelanjutan, termasuk di dalamnya profil vendor yang menjadi rekanan atau pemasok, kinerja, sampai dengan informasi pembayaran dari masing-masing vendor</a:t>
                      </a:r>
                      <a:endParaRPr lang="en-ID" sz="1200" kern="1200" dirty="0">
                        <a:solidFill>
                          <a:schemeClr val="tx1"/>
                        </a:solidFill>
                        <a:latin typeface="+mj-lt"/>
                        <a:ea typeface="+mn-ea"/>
                        <a:cs typeface="+mn-cs"/>
                      </a:endParaRPr>
                    </a:p>
                  </a:txBody>
                  <a:tcPr marL="46877" marR="46877" marT="0" marB="0"/>
                </a:tc>
                <a:extLst>
                  <a:ext uri="{0D108BD9-81ED-4DB2-BD59-A6C34878D82A}">
                    <a16:rowId xmlns:a16="http://schemas.microsoft.com/office/drawing/2014/main" val="3995823865"/>
                  </a:ext>
                </a:extLst>
              </a:tr>
              <a:tr h="528820">
                <a:tc>
                  <a:txBody>
                    <a:bodyPr/>
                    <a:lstStyle/>
                    <a:p>
                      <a:pPr algn="ctr">
                        <a:lnSpc>
                          <a:spcPct val="115000"/>
                        </a:lnSpc>
                        <a:spcAft>
                          <a:spcPts val="0"/>
                        </a:spcAft>
                      </a:pPr>
                      <a:r>
                        <a:rPr lang="id-ID" sz="1200" b="0" dirty="0">
                          <a:effectLst/>
                        </a:rPr>
                        <a:t>8</a:t>
                      </a:r>
                      <a:endParaRPr lang="en-ID" sz="1200" b="0" dirty="0">
                        <a:effectLst/>
                        <a:latin typeface="Palatino Linotype" panose="02040502050505030304" pitchFamily="18" charset="0"/>
                        <a:ea typeface="HGSMinchoE" panose="02020900000000000000" pitchFamily="18" charset="-128"/>
                        <a:cs typeface="Times New Roman" panose="02020603050405020304" pitchFamily="18" charset="0"/>
                      </a:endParaRPr>
                    </a:p>
                  </a:txBody>
                  <a:tcPr marL="46877" marR="46877" marT="0" marB="0"/>
                </a:tc>
                <a:tc>
                  <a:txBody>
                    <a:bodyPr/>
                    <a:lstStyle/>
                    <a:p>
                      <a:pPr>
                        <a:lnSpc>
                          <a:spcPct val="115000"/>
                        </a:lnSpc>
                        <a:spcAft>
                          <a:spcPts val="0"/>
                        </a:spcAft>
                      </a:pPr>
                      <a:r>
                        <a:rPr lang="id-ID" sz="1200" b="1" kern="1200" dirty="0" err="1">
                          <a:solidFill>
                            <a:schemeClr val="tx1"/>
                          </a:solidFill>
                          <a:latin typeface="+mj-lt"/>
                          <a:ea typeface="+mn-ea"/>
                          <a:cs typeface="+mn-cs"/>
                        </a:rPr>
                        <a:t>Knowledge</a:t>
                      </a:r>
                      <a:r>
                        <a:rPr lang="id-ID" sz="1200" b="1" kern="1200" dirty="0">
                          <a:solidFill>
                            <a:schemeClr val="tx1"/>
                          </a:solidFill>
                          <a:latin typeface="+mj-lt"/>
                          <a:ea typeface="+mn-ea"/>
                          <a:cs typeface="+mn-cs"/>
                        </a:rPr>
                        <a:t> Base</a:t>
                      </a:r>
                      <a:endParaRPr lang="en-ID" sz="1200" b="1" kern="1200" dirty="0">
                        <a:solidFill>
                          <a:schemeClr val="tx1"/>
                        </a:solidFill>
                        <a:latin typeface="+mj-lt"/>
                        <a:ea typeface="+mn-ea"/>
                        <a:cs typeface="+mn-cs"/>
                      </a:endParaRPr>
                    </a:p>
                  </a:txBody>
                  <a:tcPr marL="46877" marR="46877" marT="0" marB="0"/>
                </a:tc>
                <a:tc>
                  <a:txBody>
                    <a:bodyPr/>
                    <a:lstStyle/>
                    <a:p>
                      <a:pPr>
                        <a:lnSpc>
                          <a:spcPct val="115000"/>
                        </a:lnSpc>
                        <a:spcAft>
                          <a:spcPts val="0"/>
                        </a:spcAft>
                      </a:pPr>
                      <a:r>
                        <a:rPr lang="id-ID" sz="1200" kern="1200" dirty="0">
                          <a:solidFill>
                            <a:schemeClr val="tx1"/>
                          </a:solidFill>
                          <a:latin typeface="+mj-lt"/>
                          <a:ea typeface="+mn-ea"/>
                          <a:cs typeface="+mn-cs"/>
                        </a:rPr>
                        <a:t>Informasi terkait riset yang dilakukan LPS, </a:t>
                      </a:r>
                      <a:r>
                        <a:rPr lang="id-ID" sz="1200" kern="1200" dirty="0" err="1">
                          <a:solidFill>
                            <a:schemeClr val="tx1"/>
                          </a:solidFill>
                          <a:latin typeface="+mj-lt"/>
                          <a:ea typeface="+mn-ea"/>
                          <a:cs typeface="+mn-cs"/>
                        </a:rPr>
                        <a:t>knowledge</a:t>
                      </a:r>
                      <a:r>
                        <a:rPr lang="id-ID" sz="1200" kern="1200" dirty="0">
                          <a:solidFill>
                            <a:schemeClr val="tx1"/>
                          </a:solidFill>
                          <a:latin typeface="+mj-lt"/>
                          <a:ea typeface="+mn-ea"/>
                          <a:cs typeface="+mn-cs"/>
                        </a:rPr>
                        <a:t> </a:t>
                      </a:r>
                      <a:r>
                        <a:rPr lang="id-ID" sz="1200" kern="1200" dirty="0" err="1">
                          <a:solidFill>
                            <a:schemeClr val="tx1"/>
                          </a:solidFill>
                          <a:latin typeface="+mj-lt"/>
                          <a:ea typeface="+mn-ea"/>
                          <a:cs typeface="+mn-cs"/>
                        </a:rPr>
                        <a:t>base</a:t>
                      </a:r>
                      <a:r>
                        <a:rPr lang="id-ID" sz="1200" kern="1200" dirty="0">
                          <a:solidFill>
                            <a:schemeClr val="tx1"/>
                          </a:solidFill>
                          <a:latin typeface="+mj-lt"/>
                          <a:ea typeface="+mn-ea"/>
                          <a:cs typeface="+mn-cs"/>
                        </a:rPr>
                        <a:t> terkait pelaksanaan fungsi dan operasional LPS serta materi </a:t>
                      </a:r>
                      <a:r>
                        <a:rPr lang="id-ID" sz="1200" kern="1200" dirty="0" err="1">
                          <a:solidFill>
                            <a:schemeClr val="tx1"/>
                          </a:solidFill>
                          <a:latin typeface="+mj-lt"/>
                          <a:ea typeface="+mn-ea"/>
                          <a:cs typeface="+mn-cs"/>
                        </a:rPr>
                        <a:t>training</a:t>
                      </a:r>
                      <a:r>
                        <a:rPr lang="id-ID" sz="1200" kern="1200" dirty="0">
                          <a:solidFill>
                            <a:schemeClr val="tx1"/>
                          </a:solidFill>
                          <a:latin typeface="+mj-lt"/>
                          <a:ea typeface="+mn-ea"/>
                          <a:cs typeface="+mn-cs"/>
                        </a:rPr>
                        <a:t> yang dilakukan atau diperoleh LPS</a:t>
                      </a:r>
                      <a:endParaRPr lang="en-ID" sz="1200" kern="1200" dirty="0">
                        <a:solidFill>
                          <a:schemeClr val="tx1"/>
                        </a:solidFill>
                        <a:latin typeface="+mj-lt"/>
                        <a:ea typeface="+mn-ea"/>
                        <a:cs typeface="+mn-cs"/>
                      </a:endParaRPr>
                    </a:p>
                  </a:txBody>
                  <a:tcPr marL="46877" marR="46877" marT="0" marB="0"/>
                </a:tc>
                <a:extLst>
                  <a:ext uri="{0D108BD9-81ED-4DB2-BD59-A6C34878D82A}">
                    <a16:rowId xmlns:a16="http://schemas.microsoft.com/office/drawing/2014/main" val="2644638118"/>
                  </a:ext>
                </a:extLst>
              </a:tr>
            </a:tbl>
          </a:graphicData>
        </a:graphic>
      </p:graphicFrame>
    </p:spTree>
    <p:extLst>
      <p:ext uri="{BB962C8B-B14F-4D97-AF65-F5344CB8AC3E}">
        <p14:creationId xmlns:p14="http://schemas.microsoft.com/office/powerpoint/2010/main" val="1772553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443866" y="270355"/>
            <a:ext cx="7927974" cy="655042"/>
          </a:xfrm>
        </p:spPr>
        <p:txBody>
          <a:bodyPr>
            <a:noAutofit/>
          </a:bodyPr>
          <a:lstStyle/>
          <a:p>
            <a:pPr algn="l"/>
            <a:r>
              <a:rPr lang="en-US" sz="2800" dirty="0" err="1">
                <a:latin typeface="Segoe UI" panose="020B0502040204020203" pitchFamily="34" charset="0"/>
                <a:ea typeface="Segoe UI" panose="020B0502040204020203" pitchFamily="34" charset="0"/>
                <a:cs typeface="Segoe UI" panose="020B0502040204020203" pitchFamily="34" charset="0"/>
              </a:rPr>
              <a:t>Komponen</a:t>
            </a:r>
            <a:r>
              <a:rPr lang="en-US" sz="2800" dirty="0">
                <a:latin typeface="Segoe UI" panose="020B0502040204020203" pitchFamily="34" charset="0"/>
                <a:ea typeface="Segoe UI" panose="020B0502040204020203" pitchFamily="34" charset="0"/>
                <a:cs typeface="Segoe UI" panose="020B0502040204020203" pitchFamily="34" charset="0"/>
              </a:rPr>
              <a:t> Data Utama Pada Domain </a:t>
            </a:r>
            <a:r>
              <a:rPr lang="en-US" sz="2800" dirty="0" err="1">
                <a:latin typeface="Segoe UI" panose="020B0502040204020203" pitchFamily="34" charset="0"/>
                <a:ea typeface="Segoe UI" panose="020B0502040204020203" pitchFamily="34" charset="0"/>
                <a:cs typeface="Segoe UI" panose="020B0502040204020203" pitchFamily="34" charset="0"/>
              </a:rPr>
              <a:t>Informasi</a:t>
            </a:r>
            <a:r>
              <a:rPr lang="en-US" sz="2800" dirty="0">
                <a:latin typeface="Segoe UI" panose="020B0502040204020203" pitchFamily="34" charset="0"/>
                <a:ea typeface="Segoe UI" panose="020B0502040204020203" pitchFamily="34" charset="0"/>
                <a:cs typeface="Segoe UI" panose="020B0502040204020203" pitchFamily="34" charset="0"/>
              </a:rPr>
              <a:t> di LPS – Data </a:t>
            </a:r>
            <a:r>
              <a:rPr lang="en-US" sz="2800" dirty="0" err="1">
                <a:latin typeface="Segoe UI" panose="020B0502040204020203" pitchFamily="34" charset="0"/>
                <a:ea typeface="Segoe UI" panose="020B0502040204020203" pitchFamily="34" charset="0"/>
                <a:cs typeface="Segoe UI" panose="020B0502040204020203" pitchFamily="34" charset="0"/>
              </a:rPr>
              <a:t>Penjaminan</a:t>
            </a:r>
            <a:endParaRPr lang="en-US" sz="2800" dirty="0">
              <a:latin typeface="Segoe UI" panose="020B0502040204020203" pitchFamily="34" charset="0"/>
              <a:ea typeface="Segoe UI" panose="020B0502040204020203" pitchFamily="34" charset="0"/>
              <a:cs typeface="Segoe UI" panose="020B0502040204020203" pitchFamily="34" charset="0"/>
            </a:endParaRPr>
          </a:p>
        </p:txBody>
      </p:sp>
      <p:graphicFrame>
        <p:nvGraphicFramePr>
          <p:cNvPr id="2" name="Table 4">
            <a:extLst>
              <a:ext uri="{FF2B5EF4-FFF2-40B4-BE49-F238E27FC236}">
                <a16:creationId xmlns:a16="http://schemas.microsoft.com/office/drawing/2014/main" id="{097C5DA6-8855-416A-810E-EF5CA4B398DB}"/>
              </a:ext>
            </a:extLst>
          </p:cNvPr>
          <p:cNvGraphicFramePr>
            <a:graphicFrameLocks noGrp="1"/>
          </p:cNvGraphicFramePr>
          <p:nvPr/>
        </p:nvGraphicFramePr>
        <p:xfrm>
          <a:off x="809998" y="1492023"/>
          <a:ext cx="10896978" cy="3920483"/>
        </p:xfrm>
        <a:graphic>
          <a:graphicData uri="http://schemas.openxmlformats.org/drawingml/2006/table">
            <a:tbl>
              <a:tblPr firstRow="1" bandRow="1">
                <a:tableStyleId>{1FECB4D8-DB02-4DC6-A0A2-4F2EBAE1DC90}</a:tableStyleId>
              </a:tblPr>
              <a:tblGrid>
                <a:gridCol w="1593755">
                  <a:extLst>
                    <a:ext uri="{9D8B030D-6E8A-4147-A177-3AD203B41FA5}">
                      <a16:colId xmlns:a16="http://schemas.microsoft.com/office/drawing/2014/main" val="2807335590"/>
                    </a:ext>
                  </a:extLst>
                </a:gridCol>
                <a:gridCol w="3678640">
                  <a:extLst>
                    <a:ext uri="{9D8B030D-6E8A-4147-A177-3AD203B41FA5}">
                      <a16:colId xmlns:a16="http://schemas.microsoft.com/office/drawing/2014/main" val="758460675"/>
                    </a:ext>
                  </a:extLst>
                </a:gridCol>
                <a:gridCol w="5624583">
                  <a:extLst>
                    <a:ext uri="{9D8B030D-6E8A-4147-A177-3AD203B41FA5}">
                      <a16:colId xmlns:a16="http://schemas.microsoft.com/office/drawing/2014/main" val="627879671"/>
                    </a:ext>
                  </a:extLst>
                </a:gridCol>
              </a:tblGrid>
              <a:tr h="557213">
                <a:tc>
                  <a:txBody>
                    <a:bodyPr/>
                    <a:lstStyle/>
                    <a:p>
                      <a:endParaRPr lang="id-ID" sz="1600"/>
                    </a:p>
                  </a:txBody>
                  <a:tcPr/>
                </a:tc>
                <a:tc>
                  <a:txBody>
                    <a:bodyPr/>
                    <a:lstStyle/>
                    <a:p>
                      <a:r>
                        <a:rPr lang="en-US" sz="1600" dirty="0" err="1"/>
                        <a:t>Detil</a:t>
                      </a:r>
                      <a:r>
                        <a:rPr lang="en-US" sz="1600" dirty="0"/>
                        <a:t> </a:t>
                      </a:r>
                      <a:r>
                        <a:rPr lang="en-US" sz="1600" dirty="0" err="1"/>
                        <a:t>Komponen</a:t>
                      </a:r>
                      <a:r>
                        <a:rPr lang="en-US" sz="1600" dirty="0"/>
                        <a:t> Data</a:t>
                      </a:r>
                      <a:endParaRPr lang="id-ID" sz="1600" dirty="0"/>
                    </a:p>
                  </a:txBody>
                  <a:tcPr/>
                </a:tc>
                <a:tc>
                  <a:txBody>
                    <a:bodyPr/>
                    <a:lstStyle/>
                    <a:p>
                      <a:r>
                        <a:rPr lang="en-US" sz="1600" dirty="0" err="1"/>
                        <a:t>Keterangan</a:t>
                      </a:r>
                      <a:endParaRPr lang="id-ID" sz="1600" dirty="0"/>
                    </a:p>
                  </a:txBody>
                  <a:tcPr/>
                </a:tc>
                <a:extLst>
                  <a:ext uri="{0D108BD9-81ED-4DB2-BD59-A6C34878D82A}">
                    <a16:rowId xmlns:a16="http://schemas.microsoft.com/office/drawing/2014/main" val="4239943936"/>
                  </a:ext>
                </a:extLst>
              </a:tr>
              <a:tr h="985830">
                <a:tc>
                  <a:txBody>
                    <a:bodyPr/>
                    <a:lstStyle/>
                    <a:p>
                      <a:r>
                        <a:rPr lang="en-US" sz="1600" dirty="0" err="1"/>
                        <a:t>Profil</a:t>
                      </a:r>
                      <a:r>
                        <a:rPr lang="en-US" sz="1600" dirty="0"/>
                        <a:t> Bank</a:t>
                      </a:r>
                      <a:endParaRPr lang="id-ID" sz="1600" dirty="0"/>
                    </a:p>
                  </a:txBody>
                  <a:tcPr/>
                </a:tc>
                <a:tc>
                  <a:txBody>
                    <a:bodyPr/>
                    <a:lstStyle/>
                    <a:p>
                      <a:r>
                        <a:rPr lang="id-ID" sz="1600" dirty="0"/>
                        <a:t>I1.1 Profil</a:t>
                      </a:r>
                      <a:r>
                        <a:rPr lang="en-US" sz="1600" dirty="0"/>
                        <a:t> </a:t>
                      </a:r>
                      <a:r>
                        <a:rPr lang="id-ID" sz="1600" dirty="0"/>
                        <a:t>Bank Peserta</a:t>
                      </a:r>
                      <a:r>
                        <a:rPr lang="en-US" sz="1600" dirty="0"/>
                        <a:t> </a:t>
                      </a:r>
                      <a:r>
                        <a:rPr lang="id-ID" sz="1600" dirty="0"/>
                        <a:t>Penjaminan</a:t>
                      </a:r>
                    </a:p>
                    <a:p>
                      <a:r>
                        <a:rPr lang="id-ID" sz="1600" dirty="0"/>
                        <a:t>I1.2</a:t>
                      </a:r>
                      <a:r>
                        <a:rPr lang="en-US" sz="1600" dirty="0"/>
                        <a:t> </a:t>
                      </a:r>
                      <a:r>
                        <a:rPr lang="id-ID" sz="1600" dirty="0"/>
                        <a:t>Profil</a:t>
                      </a:r>
                      <a:r>
                        <a:rPr lang="en-US" sz="1600" dirty="0"/>
                        <a:t> </a:t>
                      </a:r>
                      <a:r>
                        <a:rPr lang="id-ID" sz="1600" dirty="0"/>
                        <a:t>Keuangan Bank Peserta</a:t>
                      </a:r>
                      <a:r>
                        <a:rPr lang="en-US" sz="1600" dirty="0"/>
                        <a:t> </a:t>
                      </a:r>
                      <a:r>
                        <a:rPr lang="id-ID" sz="1600" dirty="0"/>
                        <a:t>Penjaminan</a:t>
                      </a:r>
                    </a:p>
                  </a:txBody>
                  <a:tcPr/>
                </a:tc>
                <a:tc>
                  <a:txBody>
                    <a:bodyPr/>
                    <a:lstStyle/>
                    <a:p>
                      <a:r>
                        <a:rPr lang="sv-SE" sz="1600" dirty="0"/>
                        <a:t>Informasi yang mencakup rincian profil dari bank yang menjadi kepesertaan penjaminan LPS</a:t>
                      </a:r>
                      <a:endParaRPr lang="id-ID" sz="1600" dirty="0"/>
                    </a:p>
                  </a:txBody>
                  <a:tcPr/>
                </a:tc>
                <a:extLst>
                  <a:ext uri="{0D108BD9-81ED-4DB2-BD59-A6C34878D82A}">
                    <a16:rowId xmlns:a16="http://schemas.microsoft.com/office/drawing/2014/main" val="41346235"/>
                  </a:ext>
                </a:extLst>
              </a:tr>
              <a:tr h="985830">
                <a:tc>
                  <a:txBody>
                    <a:bodyPr/>
                    <a:lstStyle/>
                    <a:p>
                      <a:r>
                        <a:rPr lang="en-US" sz="1600" dirty="0" err="1"/>
                        <a:t>Rincian</a:t>
                      </a:r>
                      <a:r>
                        <a:rPr lang="en-US" sz="1600" dirty="0"/>
                        <a:t> </a:t>
                      </a:r>
                      <a:r>
                        <a:rPr lang="en-US" sz="1600" dirty="0" err="1"/>
                        <a:t>Premi</a:t>
                      </a:r>
                      <a:r>
                        <a:rPr lang="en-US" sz="1600" dirty="0"/>
                        <a:t> </a:t>
                      </a:r>
                      <a:endParaRPr lang="id-ID" sz="1600" dirty="0"/>
                    </a:p>
                  </a:txBody>
                  <a:tcPr/>
                </a:tc>
                <a:tc>
                  <a:txBody>
                    <a:bodyPr/>
                    <a:lstStyle/>
                    <a:p>
                      <a:r>
                        <a:rPr lang="id-ID" sz="1600" b="0" u="none" strike="noStrike" kern="1200" baseline="0" dirty="0">
                          <a:solidFill>
                            <a:schemeClr val="dk1"/>
                          </a:solidFill>
                        </a:rPr>
                        <a:t>I2.1 Data Administratif</a:t>
                      </a:r>
                      <a:r>
                        <a:rPr lang="en-US" sz="1600" b="0" u="none" strike="noStrike" kern="1200" baseline="0" dirty="0">
                          <a:solidFill>
                            <a:schemeClr val="dk1"/>
                          </a:solidFill>
                        </a:rPr>
                        <a:t> </a:t>
                      </a:r>
                      <a:r>
                        <a:rPr lang="id-ID" sz="1600" b="0" u="none" strike="noStrike" kern="1200" baseline="0" dirty="0">
                          <a:solidFill>
                            <a:schemeClr val="dk1"/>
                          </a:solidFill>
                        </a:rPr>
                        <a:t>Premi</a:t>
                      </a:r>
                    </a:p>
                    <a:p>
                      <a:r>
                        <a:rPr lang="id-ID" sz="1600" b="0" u="none" strike="noStrike" kern="1200" baseline="0" dirty="0">
                          <a:solidFill>
                            <a:schemeClr val="dk1"/>
                          </a:solidFill>
                        </a:rPr>
                        <a:t>I2.2</a:t>
                      </a:r>
                      <a:r>
                        <a:rPr lang="en-US" sz="1600" b="0" u="none" strike="noStrike" kern="1200" baseline="0" dirty="0">
                          <a:solidFill>
                            <a:schemeClr val="dk1"/>
                          </a:solidFill>
                        </a:rPr>
                        <a:t> </a:t>
                      </a:r>
                      <a:r>
                        <a:rPr lang="id-ID" sz="1600" b="0" u="none" strike="noStrike" kern="1200" baseline="0" dirty="0">
                          <a:solidFill>
                            <a:schemeClr val="dk1"/>
                          </a:solidFill>
                        </a:rPr>
                        <a:t>Data Premi</a:t>
                      </a:r>
                      <a:r>
                        <a:rPr lang="en-US" sz="1600" b="0" u="none" strike="noStrike" kern="1200" baseline="0" dirty="0">
                          <a:solidFill>
                            <a:schemeClr val="dk1"/>
                          </a:solidFill>
                        </a:rPr>
                        <a:t> </a:t>
                      </a:r>
                      <a:r>
                        <a:rPr lang="id-ID" sz="1600" b="0" u="none" strike="noStrike" kern="1200" baseline="0" dirty="0">
                          <a:solidFill>
                            <a:schemeClr val="dk1"/>
                          </a:solidFill>
                        </a:rPr>
                        <a:t>Penjaminan</a:t>
                      </a:r>
                    </a:p>
                    <a:p>
                      <a:r>
                        <a:rPr lang="id-ID" sz="1600" b="0" u="none" strike="noStrike" kern="1200" baseline="0" dirty="0">
                          <a:solidFill>
                            <a:schemeClr val="dk1"/>
                          </a:solidFill>
                        </a:rPr>
                        <a:t>I2.3</a:t>
                      </a:r>
                      <a:r>
                        <a:rPr lang="en-US" sz="1600" b="0" u="none" strike="noStrike" kern="1200" baseline="0" dirty="0">
                          <a:solidFill>
                            <a:schemeClr val="dk1"/>
                          </a:solidFill>
                        </a:rPr>
                        <a:t> </a:t>
                      </a:r>
                      <a:r>
                        <a:rPr lang="id-ID" sz="1600" b="0" u="none" strike="noStrike" kern="1200" baseline="0" dirty="0">
                          <a:solidFill>
                            <a:schemeClr val="dk1"/>
                          </a:solidFill>
                        </a:rPr>
                        <a:t>Data Pembayaran</a:t>
                      </a:r>
                      <a:r>
                        <a:rPr lang="en-US" sz="1600" b="0" u="none" strike="noStrike" kern="1200" baseline="0" dirty="0">
                          <a:solidFill>
                            <a:schemeClr val="dk1"/>
                          </a:solidFill>
                        </a:rPr>
                        <a:t> </a:t>
                      </a:r>
                      <a:r>
                        <a:rPr lang="id-ID" sz="1600" b="0" u="none" strike="noStrike" kern="1200" baseline="0" dirty="0">
                          <a:solidFill>
                            <a:schemeClr val="dk1"/>
                          </a:solidFill>
                        </a:rPr>
                        <a:t>Premi</a:t>
                      </a:r>
                      <a:r>
                        <a:rPr lang="en-US" sz="1600" b="0" u="none" strike="noStrike" kern="1200" baseline="0" dirty="0">
                          <a:solidFill>
                            <a:schemeClr val="dk1"/>
                          </a:solidFill>
                        </a:rPr>
                        <a:t> </a:t>
                      </a:r>
                      <a:r>
                        <a:rPr lang="id-ID" sz="1600" b="0" u="none" strike="noStrike" kern="1200" baseline="0" dirty="0">
                          <a:solidFill>
                            <a:schemeClr val="dk1"/>
                          </a:solidFill>
                        </a:rPr>
                        <a:t>Bank</a:t>
                      </a:r>
                    </a:p>
                    <a:p>
                      <a:r>
                        <a:rPr lang="id-ID" sz="1600" b="0" u="none" strike="noStrike" kern="1200" baseline="0" dirty="0">
                          <a:solidFill>
                            <a:schemeClr val="dk1"/>
                          </a:solidFill>
                        </a:rPr>
                        <a:t>I2.4</a:t>
                      </a:r>
                      <a:r>
                        <a:rPr lang="en-US" sz="1600" b="0" u="none" strike="noStrike" kern="1200" baseline="0" dirty="0">
                          <a:solidFill>
                            <a:schemeClr val="dk1"/>
                          </a:solidFill>
                        </a:rPr>
                        <a:t> </a:t>
                      </a:r>
                      <a:r>
                        <a:rPr lang="id-ID" sz="1600" b="0" u="none" strike="noStrike" kern="1200" baseline="0" dirty="0">
                          <a:solidFill>
                            <a:schemeClr val="dk1"/>
                          </a:solidFill>
                        </a:rPr>
                        <a:t>Data Verifikasi</a:t>
                      </a:r>
                      <a:r>
                        <a:rPr lang="en-US" sz="1600" b="0" u="none" strike="noStrike" kern="1200" baseline="0" dirty="0">
                          <a:solidFill>
                            <a:schemeClr val="dk1"/>
                          </a:solidFill>
                        </a:rPr>
                        <a:t> </a:t>
                      </a:r>
                      <a:r>
                        <a:rPr lang="id-ID" sz="1600" b="0" u="none" strike="noStrike" kern="1200" baseline="0" dirty="0">
                          <a:solidFill>
                            <a:schemeClr val="dk1"/>
                          </a:solidFill>
                        </a:rPr>
                        <a:t>Premi	</a:t>
                      </a:r>
                    </a:p>
                    <a:p>
                      <a:endParaRPr lang="id-ID"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d-ID" sz="1600" b="0" u="none" strike="noStrike" kern="1200" baseline="0" dirty="0">
                          <a:solidFill>
                            <a:schemeClr val="dk1"/>
                          </a:solidFill>
                        </a:rPr>
                        <a:t>Informasi yang mencakup </a:t>
                      </a:r>
                      <a:r>
                        <a:rPr lang="id-ID" sz="1600" b="0" u="none" strike="noStrike" kern="1200" baseline="0" dirty="0" err="1">
                          <a:solidFill>
                            <a:schemeClr val="dk1"/>
                          </a:solidFill>
                        </a:rPr>
                        <a:t>rincian</a:t>
                      </a:r>
                      <a:r>
                        <a:rPr lang="id-ID" sz="1600" b="0" u="none" strike="noStrike" kern="1200" baseline="0" dirty="0">
                          <a:solidFill>
                            <a:schemeClr val="dk1"/>
                          </a:solidFill>
                        </a:rPr>
                        <a:t> premi yang diterima LPS dari Bank Umum maupun BPR beserta jumlah yang harus dibayar oleh pihak terkait.	</a:t>
                      </a:r>
                    </a:p>
                    <a:p>
                      <a:endParaRPr lang="id-ID" sz="1600" dirty="0"/>
                    </a:p>
                  </a:txBody>
                  <a:tcPr/>
                </a:tc>
                <a:extLst>
                  <a:ext uri="{0D108BD9-81ED-4DB2-BD59-A6C34878D82A}">
                    <a16:rowId xmlns:a16="http://schemas.microsoft.com/office/drawing/2014/main" val="2660656725"/>
                  </a:ext>
                </a:extLst>
              </a:tr>
              <a:tr h="985830">
                <a:tc>
                  <a:txBody>
                    <a:bodyPr/>
                    <a:lstStyle/>
                    <a:p>
                      <a:r>
                        <a:rPr lang="en-US" sz="1600" dirty="0"/>
                        <a:t>Tarif </a:t>
                      </a:r>
                      <a:r>
                        <a:rPr lang="en-US" sz="1600" dirty="0" err="1"/>
                        <a:t>Premi</a:t>
                      </a:r>
                      <a:endParaRPr lang="id-ID" sz="1600" dirty="0"/>
                    </a:p>
                  </a:txBody>
                  <a:tcPr/>
                </a:tc>
                <a:tc>
                  <a:txBody>
                    <a:bodyPr/>
                    <a:lstStyle/>
                    <a:p>
                      <a:r>
                        <a:rPr lang="id-ID" sz="1600" b="0" u="none" strike="noStrike" kern="1200" baseline="0" dirty="0">
                          <a:solidFill>
                            <a:schemeClr val="dk1"/>
                          </a:solidFill>
                        </a:rPr>
                        <a:t>I3.1 Profil</a:t>
                      </a:r>
                      <a:r>
                        <a:rPr lang="en-US" sz="1600" b="0" u="none" strike="noStrike" kern="1200" baseline="0" dirty="0">
                          <a:solidFill>
                            <a:schemeClr val="dk1"/>
                          </a:solidFill>
                        </a:rPr>
                        <a:t> </a:t>
                      </a:r>
                      <a:r>
                        <a:rPr lang="id-ID" sz="1600" b="0" u="none" strike="noStrike" kern="1200" baseline="0" dirty="0">
                          <a:solidFill>
                            <a:schemeClr val="dk1"/>
                          </a:solidFill>
                        </a:rPr>
                        <a:t>Risiko</a:t>
                      </a:r>
                      <a:r>
                        <a:rPr lang="en-US" sz="1600" b="0" u="none" strike="noStrike" kern="1200" baseline="0" dirty="0">
                          <a:solidFill>
                            <a:schemeClr val="dk1"/>
                          </a:solidFill>
                        </a:rPr>
                        <a:t> </a:t>
                      </a:r>
                      <a:r>
                        <a:rPr lang="id-ID" sz="1600" b="0" u="none" strike="noStrike" kern="1200" baseline="0" dirty="0">
                          <a:solidFill>
                            <a:schemeClr val="dk1"/>
                          </a:solidFill>
                        </a:rPr>
                        <a:t>Bank</a:t>
                      </a:r>
                    </a:p>
                    <a:p>
                      <a:r>
                        <a:rPr lang="id-ID" sz="1600" b="0" u="none" strike="noStrike" kern="1200" baseline="0" dirty="0">
                          <a:solidFill>
                            <a:schemeClr val="dk1"/>
                          </a:solidFill>
                        </a:rPr>
                        <a:t>I3.2 Tarif</a:t>
                      </a:r>
                      <a:r>
                        <a:rPr lang="en-US" sz="1600" b="0" u="none" strike="noStrike" kern="1200" baseline="0" dirty="0">
                          <a:solidFill>
                            <a:schemeClr val="dk1"/>
                          </a:solidFill>
                        </a:rPr>
                        <a:t> </a:t>
                      </a:r>
                      <a:r>
                        <a:rPr lang="id-ID" sz="1600" b="0" u="none" strike="noStrike" kern="1200" baseline="0" dirty="0">
                          <a:solidFill>
                            <a:schemeClr val="dk1"/>
                          </a:solidFill>
                        </a:rPr>
                        <a:t>Premi	</a:t>
                      </a:r>
                    </a:p>
                    <a:p>
                      <a:endParaRPr lang="id-ID"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d-ID" sz="1600" b="0" u="none" strike="noStrike" kern="1200" baseline="0" dirty="0">
                          <a:solidFill>
                            <a:schemeClr val="dk1"/>
                          </a:solidFill>
                        </a:rPr>
                        <a:t>Informasi yang mencakup </a:t>
                      </a:r>
                      <a:r>
                        <a:rPr lang="id-ID" sz="1600" b="0" u="none" strike="noStrike" kern="1200" baseline="0" dirty="0" err="1">
                          <a:solidFill>
                            <a:schemeClr val="dk1"/>
                          </a:solidFill>
                        </a:rPr>
                        <a:t>rincian</a:t>
                      </a:r>
                      <a:r>
                        <a:rPr lang="id-ID" sz="1600" b="0" u="none" strike="noStrike" kern="1200" baseline="0" dirty="0">
                          <a:solidFill>
                            <a:schemeClr val="dk1"/>
                          </a:solidFill>
                        </a:rPr>
                        <a:t> terkait analisis penetapan tingkat premi penjaminan berdasarkan </a:t>
                      </a:r>
                      <a:r>
                        <a:rPr lang="id-ID" sz="1600" b="0" u="none" strike="noStrike" kern="1200" baseline="0" dirty="0" err="1">
                          <a:solidFill>
                            <a:schemeClr val="dk1"/>
                          </a:solidFill>
                        </a:rPr>
                        <a:t>profilrisiko</a:t>
                      </a:r>
                      <a:r>
                        <a:rPr lang="id-ID" sz="1600" b="0" u="none" strike="noStrike" kern="1200" baseline="0" dirty="0">
                          <a:solidFill>
                            <a:schemeClr val="dk1"/>
                          </a:solidFill>
                        </a:rPr>
                        <a:t> bank tersebut.	</a:t>
                      </a:r>
                    </a:p>
                    <a:p>
                      <a:endParaRPr lang="id-ID" sz="1600" dirty="0"/>
                    </a:p>
                  </a:txBody>
                  <a:tcPr/>
                </a:tc>
                <a:extLst>
                  <a:ext uri="{0D108BD9-81ED-4DB2-BD59-A6C34878D82A}">
                    <a16:rowId xmlns:a16="http://schemas.microsoft.com/office/drawing/2014/main" val="3507786937"/>
                  </a:ext>
                </a:extLst>
              </a:tr>
            </a:tbl>
          </a:graphicData>
        </a:graphic>
      </p:graphicFrame>
    </p:spTree>
    <p:extLst>
      <p:ext uri="{BB962C8B-B14F-4D97-AF65-F5344CB8AC3E}">
        <p14:creationId xmlns:p14="http://schemas.microsoft.com/office/powerpoint/2010/main" val="5000746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443866" y="270355"/>
            <a:ext cx="7927974" cy="655042"/>
          </a:xfrm>
        </p:spPr>
        <p:txBody>
          <a:bodyPr>
            <a:noAutofit/>
          </a:bodyPr>
          <a:lstStyle/>
          <a:p>
            <a:pPr algn="l"/>
            <a:r>
              <a:rPr lang="en-US" sz="2800" dirty="0" err="1">
                <a:latin typeface="Segoe UI" panose="020B0502040204020203" pitchFamily="34" charset="0"/>
                <a:ea typeface="Segoe UI" panose="020B0502040204020203" pitchFamily="34" charset="0"/>
                <a:cs typeface="Segoe UI" panose="020B0502040204020203" pitchFamily="34" charset="0"/>
              </a:rPr>
              <a:t>Komponen</a:t>
            </a:r>
            <a:r>
              <a:rPr lang="en-US" sz="2800" dirty="0">
                <a:latin typeface="Segoe UI" panose="020B0502040204020203" pitchFamily="34" charset="0"/>
                <a:ea typeface="Segoe UI" panose="020B0502040204020203" pitchFamily="34" charset="0"/>
                <a:cs typeface="Segoe UI" panose="020B0502040204020203" pitchFamily="34" charset="0"/>
              </a:rPr>
              <a:t> Data Utama Pada Domain </a:t>
            </a:r>
            <a:r>
              <a:rPr lang="en-US" sz="2800" dirty="0" err="1">
                <a:latin typeface="Segoe UI" panose="020B0502040204020203" pitchFamily="34" charset="0"/>
                <a:ea typeface="Segoe UI" panose="020B0502040204020203" pitchFamily="34" charset="0"/>
                <a:cs typeface="Segoe UI" panose="020B0502040204020203" pitchFamily="34" charset="0"/>
              </a:rPr>
              <a:t>Informasi</a:t>
            </a:r>
            <a:r>
              <a:rPr lang="en-US" sz="2800" dirty="0">
                <a:latin typeface="Segoe UI" panose="020B0502040204020203" pitchFamily="34" charset="0"/>
                <a:ea typeface="Segoe UI" panose="020B0502040204020203" pitchFamily="34" charset="0"/>
                <a:cs typeface="Segoe UI" panose="020B0502040204020203" pitchFamily="34" charset="0"/>
              </a:rPr>
              <a:t> di LPS – Data Surveilans (1)</a:t>
            </a:r>
          </a:p>
        </p:txBody>
      </p:sp>
      <p:graphicFrame>
        <p:nvGraphicFramePr>
          <p:cNvPr id="2" name="Table 4">
            <a:extLst>
              <a:ext uri="{FF2B5EF4-FFF2-40B4-BE49-F238E27FC236}">
                <a16:creationId xmlns:a16="http://schemas.microsoft.com/office/drawing/2014/main" id="{097C5DA6-8855-416A-810E-EF5CA4B398DB}"/>
              </a:ext>
            </a:extLst>
          </p:cNvPr>
          <p:cNvGraphicFramePr>
            <a:graphicFrameLocks noGrp="1"/>
          </p:cNvGraphicFramePr>
          <p:nvPr/>
        </p:nvGraphicFramePr>
        <p:xfrm>
          <a:off x="253093" y="1492023"/>
          <a:ext cx="11740243" cy="4581503"/>
        </p:xfrm>
        <a:graphic>
          <a:graphicData uri="http://schemas.openxmlformats.org/drawingml/2006/table">
            <a:tbl>
              <a:tblPr firstRow="1" bandRow="1">
                <a:tableStyleId>{1FECB4D8-DB02-4DC6-A0A2-4F2EBAE1DC90}</a:tableStyleId>
              </a:tblPr>
              <a:tblGrid>
                <a:gridCol w="1717088">
                  <a:extLst>
                    <a:ext uri="{9D8B030D-6E8A-4147-A177-3AD203B41FA5}">
                      <a16:colId xmlns:a16="http://schemas.microsoft.com/office/drawing/2014/main" val="2807335590"/>
                    </a:ext>
                  </a:extLst>
                </a:gridCol>
                <a:gridCol w="5287869">
                  <a:extLst>
                    <a:ext uri="{9D8B030D-6E8A-4147-A177-3AD203B41FA5}">
                      <a16:colId xmlns:a16="http://schemas.microsoft.com/office/drawing/2014/main" val="758460675"/>
                    </a:ext>
                  </a:extLst>
                </a:gridCol>
                <a:gridCol w="4735286">
                  <a:extLst>
                    <a:ext uri="{9D8B030D-6E8A-4147-A177-3AD203B41FA5}">
                      <a16:colId xmlns:a16="http://schemas.microsoft.com/office/drawing/2014/main" val="627879671"/>
                    </a:ext>
                  </a:extLst>
                </a:gridCol>
              </a:tblGrid>
              <a:tr h="557213">
                <a:tc>
                  <a:txBody>
                    <a:bodyPr/>
                    <a:lstStyle/>
                    <a:p>
                      <a:endParaRPr lang="id-ID" sz="1600"/>
                    </a:p>
                  </a:txBody>
                  <a:tcPr/>
                </a:tc>
                <a:tc>
                  <a:txBody>
                    <a:bodyPr/>
                    <a:lstStyle/>
                    <a:p>
                      <a:r>
                        <a:rPr lang="en-US" sz="1600" dirty="0" err="1"/>
                        <a:t>Detil</a:t>
                      </a:r>
                      <a:r>
                        <a:rPr lang="en-US" sz="1600" dirty="0"/>
                        <a:t> </a:t>
                      </a:r>
                      <a:r>
                        <a:rPr lang="en-US" sz="1600" dirty="0" err="1"/>
                        <a:t>Komponen</a:t>
                      </a:r>
                      <a:r>
                        <a:rPr lang="en-US" sz="1600" dirty="0"/>
                        <a:t> Data</a:t>
                      </a:r>
                      <a:endParaRPr lang="id-ID" sz="1600" dirty="0"/>
                    </a:p>
                  </a:txBody>
                  <a:tcPr/>
                </a:tc>
                <a:tc>
                  <a:txBody>
                    <a:bodyPr/>
                    <a:lstStyle/>
                    <a:p>
                      <a:r>
                        <a:rPr lang="en-US" sz="1600" dirty="0" err="1"/>
                        <a:t>Keterangan</a:t>
                      </a:r>
                      <a:endParaRPr lang="id-ID" sz="1600" dirty="0"/>
                    </a:p>
                  </a:txBody>
                  <a:tcPr/>
                </a:tc>
                <a:extLst>
                  <a:ext uri="{0D108BD9-81ED-4DB2-BD59-A6C34878D82A}">
                    <a16:rowId xmlns:a16="http://schemas.microsoft.com/office/drawing/2014/main" val="4239943936"/>
                  </a:ext>
                </a:extLst>
              </a:tr>
              <a:tr h="985830">
                <a:tc>
                  <a:txBody>
                    <a:bodyPr/>
                    <a:lstStyle/>
                    <a:p>
                      <a:r>
                        <a:rPr lang="en-US" sz="1600" dirty="0"/>
                        <a:t>Data </a:t>
                      </a:r>
                      <a:r>
                        <a:rPr lang="en-US" sz="1600" dirty="0" err="1"/>
                        <a:t>Riset</a:t>
                      </a:r>
                      <a:r>
                        <a:rPr lang="en-US" sz="1600" dirty="0"/>
                        <a:t> Pasar</a:t>
                      </a:r>
                      <a:endParaRPr lang="id-ID" sz="1600" dirty="0"/>
                    </a:p>
                  </a:txBody>
                  <a:tcPr/>
                </a:tc>
                <a:tc>
                  <a:txBody>
                    <a:bodyPr/>
                    <a:lstStyle/>
                    <a:p>
                      <a:r>
                        <a:rPr lang="id-ID" sz="1600" b="0" u="none" strike="noStrike" kern="1200" baseline="0" dirty="0">
                          <a:solidFill>
                            <a:schemeClr val="dk1"/>
                          </a:solidFill>
                        </a:rPr>
                        <a:t>S1.1 Data Sektor</a:t>
                      </a:r>
                      <a:r>
                        <a:rPr lang="en-US" sz="1600" b="0" u="none" strike="noStrike" kern="1200" baseline="0" dirty="0">
                          <a:solidFill>
                            <a:schemeClr val="dk1"/>
                          </a:solidFill>
                        </a:rPr>
                        <a:t> </a:t>
                      </a:r>
                      <a:r>
                        <a:rPr lang="id-ID" sz="1600" b="0" u="none" strike="noStrike" kern="1200" baseline="0" dirty="0">
                          <a:solidFill>
                            <a:schemeClr val="dk1"/>
                          </a:solidFill>
                        </a:rPr>
                        <a:t>Industri</a:t>
                      </a:r>
                    </a:p>
                    <a:p>
                      <a:r>
                        <a:rPr lang="id-ID" sz="1600" b="0" u="none" strike="noStrike" kern="1200" baseline="0" dirty="0">
                          <a:solidFill>
                            <a:schemeClr val="dk1"/>
                          </a:solidFill>
                        </a:rPr>
                        <a:t>S1.2 Industry Outlook Data</a:t>
                      </a:r>
                    </a:p>
                    <a:p>
                      <a:r>
                        <a:rPr lang="id-ID" sz="1600" b="0" u="none" strike="noStrike" kern="1200" baseline="0" dirty="0">
                          <a:solidFill>
                            <a:schemeClr val="dk1"/>
                          </a:solidFill>
                        </a:rPr>
                        <a:t>S1.3 Data Pasar	</a:t>
                      </a:r>
                      <a:endParaRPr lang="id-ID" sz="1600" b="0" i="0" u="none" strike="noStrike" kern="1200" baseline="0" dirty="0">
                        <a:solidFill>
                          <a:schemeClr val="dk1"/>
                        </a:solidFill>
                        <a:latin typeface="+mn-lt"/>
                        <a:ea typeface="+mn-ea"/>
                        <a:cs typeface="+mn-cs"/>
                      </a:endParaRPr>
                    </a:p>
                  </a:txBody>
                  <a:tcPr/>
                </a:tc>
                <a:tc>
                  <a:txBody>
                    <a:bodyPr/>
                    <a:lstStyle/>
                    <a:p>
                      <a:r>
                        <a:rPr lang="id-ID" sz="1600" b="0" u="none" strike="noStrike" kern="1200" baseline="0" dirty="0">
                          <a:solidFill>
                            <a:schemeClr val="dk1"/>
                          </a:solidFill>
                        </a:rPr>
                        <a:t>Informasi yang mencakup</a:t>
                      </a:r>
                      <a:r>
                        <a:rPr lang="en-US" sz="1600" b="0" u="none" strike="noStrike" kern="1200" baseline="0" dirty="0">
                          <a:solidFill>
                            <a:schemeClr val="dk1"/>
                          </a:solidFill>
                        </a:rPr>
                        <a:t> </a:t>
                      </a:r>
                      <a:r>
                        <a:rPr lang="id-ID" sz="1600" b="0" u="none" strike="noStrike" kern="1200" baseline="0" dirty="0" err="1">
                          <a:solidFill>
                            <a:schemeClr val="dk1"/>
                          </a:solidFill>
                        </a:rPr>
                        <a:t>rincian</a:t>
                      </a:r>
                      <a:r>
                        <a:rPr lang="en-US" sz="1600" b="0" u="none" strike="noStrike" kern="1200" baseline="0" dirty="0">
                          <a:solidFill>
                            <a:schemeClr val="dk1"/>
                          </a:solidFill>
                        </a:rPr>
                        <a:t> </a:t>
                      </a:r>
                      <a:r>
                        <a:rPr lang="id-ID" sz="1600" b="0" u="none" strike="noStrike" kern="1200" baseline="0" dirty="0">
                          <a:solidFill>
                            <a:schemeClr val="dk1"/>
                          </a:solidFill>
                        </a:rPr>
                        <a:t>data yang</a:t>
                      </a:r>
                      <a:r>
                        <a:rPr lang="en-US" sz="1600" b="0" u="none" strike="noStrike" kern="1200" baseline="0" dirty="0">
                          <a:solidFill>
                            <a:schemeClr val="dk1"/>
                          </a:solidFill>
                        </a:rPr>
                        <a:t> </a:t>
                      </a:r>
                      <a:r>
                        <a:rPr lang="id-ID" sz="1600" b="0" u="none" strike="noStrike" kern="1200" baseline="0" dirty="0">
                          <a:solidFill>
                            <a:schemeClr val="dk1"/>
                          </a:solidFill>
                        </a:rPr>
                        <a:t>dikumpulkan</a:t>
                      </a:r>
                      <a:r>
                        <a:rPr lang="en-US" sz="1600" b="0" u="none" strike="noStrike" kern="1200" baseline="0" dirty="0">
                          <a:solidFill>
                            <a:schemeClr val="dk1"/>
                          </a:solidFill>
                        </a:rPr>
                        <a:t> </a:t>
                      </a:r>
                      <a:r>
                        <a:rPr lang="id-ID" sz="1600" b="0" u="none" strike="noStrike" kern="1200" baseline="0" dirty="0">
                          <a:solidFill>
                            <a:schemeClr val="dk1"/>
                          </a:solidFill>
                        </a:rPr>
                        <a:t>dari penyedia</a:t>
                      </a:r>
                      <a:r>
                        <a:rPr lang="en-US" sz="1600" b="0" u="none" strike="noStrike" kern="1200" baseline="0" dirty="0">
                          <a:solidFill>
                            <a:schemeClr val="dk1"/>
                          </a:solidFill>
                        </a:rPr>
                        <a:t> </a:t>
                      </a:r>
                      <a:r>
                        <a:rPr lang="id-ID" sz="1600" b="0" u="none" strike="noStrike" kern="1200" baseline="0" dirty="0">
                          <a:solidFill>
                            <a:schemeClr val="dk1"/>
                          </a:solidFill>
                        </a:rPr>
                        <a:t>data seperti CEIC, Bloomberg, IBPA, dsb. untuk melakukan riset</a:t>
                      </a:r>
                      <a:r>
                        <a:rPr lang="en-US" sz="1600" b="0" u="none" strike="noStrike" kern="1200" baseline="0" dirty="0">
                          <a:solidFill>
                            <a:schemeClr val="dk1"/>
                          </a:solidFill>
                        </a:rPr>
                        <a:t> </a:t>
                      </a:r>
                      <a:r>
                        <a:rPr lang="id-ID" sz="1600" b="0" u="none" strike="noStrike" kern="1200" baseline="0" dirty="0">
                          <a:solidFill>
                            <a:schemeClr val="dk1"/>
                          </a:solidFill>
                        </a:rPr>
                        <a:t>pasar</a:t>
                      </a:r>
                      <a:endParaRPr lang="id-ID" sz="1600" b="0" i="0" u="none" strike="noStrike" kern="1200" baseline="0" dirty="0">
                        <a:solidFill>
                          <a:schemeClr val="dk1"/>
                        </a:solidFill>
                        <a:latin typeface="+mn-lt"/>
                        <a:ea typeface="+mn-ea"/>
                        <a:cs typeface="+mn-cs"/>
                      </a:endParaRPr>
                    </a:p>
                  </a:txBody>
                  <a:tcPr/>
                </a:tc>
                <a:extLst>
                  <a:ext uri="{0D108BD9-81ED-4DB2-BD59-A6C34878D82A}">
                    <a16:rowId xmlns:a16="http://schemas.microsoft.com/office/drawing/2014/main" val="41346235"/>
                  </a:ext>
                </a:extLst>
              </a:tr>
              <a:tr h="985830">
                <a:tc>
                  <a:txBody>
                    <a:bodyPr/>
                    <a:lstStyle/>
                    <a:p>
                      <a:r>
                        <a:rPr lang="en-US" sz="1600" dirty="0"/>
                        <a:t>Data </a:t>
                      </a:r>
                      <a:r>
                        <a:rPr lang="en-US" sz="1600" dirty="0" err="1"/>
                        <a:t>Ekonomi</a:t>
                      </a:r>
                      <a:r>
                        <a:rPr lang="en-US" sz="1600" dirty="0"/>
                        <a:t> Makro </a:t>
                      </a:r>
                      <a:endParaRPr lang="id-ID" sz="1600" dirty="0"/>
                    </a:p>
                  </a:txBody>
                  <a:tcPr/>
                </a:tc>
                <a:tc>
                  <a:txBody>
                    <a:bodyPr/>
                    <a:lstStyle/>
                    <a:p>
                      <a:r>
                        <a:rPr lang="id-ID" sz="1600" b="0" i="1" u="none" strike="noStrike" kern="1200" baseline="0" dirty="0">
                          <a:solidFill>
                            <a:schemeClr val="dk1"/>
                          </a:solidFill>
                          <a:latin typeface="+mn-lt"/>
                          <a:ea typeface="+mn-ea"/>
                          <a:cs typeface="+mn-cs"/>
                        </a:rPr>
                        <a:t>S2.1</a:t>
                      </a:r>
                      <a:r>
                        <a:rPr lang="en-US" sz="1600" b="0" i="1"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Data</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Fiskal</a:t>
                      </a:r>
                    </a:p>
                    <a:p>
                      <a:r>
                        <a:rPr lang="id-ID" sz="1600" b="0" i="1" u="none" strike="noStrike" kern="1200" baseline="0" dirty="0">
                          <a:solidFill>
                            <a:schemeClr val="dk1"/>
                          </a:solidFill>
                          <a:latin typeface="+mn-lt"/>
                          <a:ea typeface="+mn-ea"/>
                          <a:cs typeface="+mn-cs"/>
                        </a:rPr>
                        <a:t>S2.2 </a:t>
                      </a:r>
                      <a:r>
                        <a:rPr lang="id-ID" sz="1600" b="0" i="0" u="none" strike="noStrike" kern="1200" baseline="0" dirty="0">
                          <a:solidFill>
                            <a:schemeClr val="dk1"/>
                          </a:solidFill>
                          <a:latin typeface="+mn-lt"/>
                          <a:ea typeface="+mn-ea"/>
                          <a:cs typeface="+mn-cs"/>
                        </a:rPr>
                        <a:t>Data Moneter</a:t>
                      </a:r>
                    </a:p>
                    <a:p>
                      <a:r>
                        <a:rPr lang="id-ID" sz="1600" b="0" i="1" u="none" strike="noStrike" kern="1200" baseline="0" dirty="0">
                          <a:solidFill>
                            <a:schemeClr val="dk1"/>
                          </a:solidFill>
                          <a:latin typeface="+mn-lt"/>
                          <a:ea typeface="+mn-ea"/>
                          <a:cs typeface="+mn-cs"/>
                        </a:rPr>
                        <a:t>S2.3</a:t>
                      </a:r>
                      <a:r>
                        <a:rPr lang="en-US" sz="1600" b="0" i="1"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Data Statistik	</a:t>
                      </a:r>
                    </a:p>
                  </a:txBody>
                  <a:tcPr/>
                </a:tc>
                <a:tc>
                  <a:txBody>
                    <a:bodyPr/>
                    <a:lstStyle/>
                    <a:p>
                      <a:r>
                        <a:rPr lang="id-ID" sz="1600" b="0" i="0" u="none" strike="noStrike" kern="1200" baseline="0" dirty="0">
                          <a:solidFill>
                            <a:schemeClr val="dk1"/>
                          </a:solidFill>
                          <a:latin typeface="+mn-lt"/>
                          <a:ea typeface="+mn-ea"/>
                          <a:cs typeface="+mn-cs"/>
                        </a:rPr>
                        <a:t>Informasi yang mencakup </a:t>
                      </a:r>
                      <a:r>
                        <a:rPr lang="id-ID" sz="1600" b="0" i="0" u="none" strike="noStrike" kern="1200" baseline="0" dirty="0" err="1">
                          <a:solidFill>
                            <a:schemeClr val="dk1"/>
                          </a:solidFill>
                          <a:latin typeface="+mn-lt"/>
                          <a:ea typeface="+mn-ea"/>
                          <a:cs typeface="+mn-cs"/>
                        </a:rPr>
                        <a:t>rincian</a:t>
                      </a:r>
                      <a:r>
                        <a:rPr lang="id-ID" sz="1600" b="0" i="0" u="none" strike="noStrike" kern="1200" baseline="0" dirty="0">
                          <a:solidFill>
                            <a:schemeClr val="dk1"/>
                          </a:solidFill>
                          <a:latin typeface="+mn-lt"/>
                          <a:ea typeface="+mn-ea"/>
                          <a:cs typeface="+mn-cs"/>
                        </a:rPr>
                        <a:t> Ekonomi Makro yang didapatkan dari Bank</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Indonesia, OJK, CEIC, ataupun lembaga riset.	</a:t>
                      </a:r>
                    </a:p>
                  </a:txBody>
                  <a:tcPr/>
                </a:tc>
                <a:extLst>
                  <a:ext uri="{0D108BD9-81ED-4DB2-BD59-A6C34878D82A}">
                    <a16:rowId xmlns:a16="http://schemas.microsoft.com/office/drawing/2014/main" val="2660656725"/>
                  </a:ext>
                </a:extLst>
              </a:tr>
              <a:tr h="985830">
                <a:tc>
                  <a:txBody>
                    <a:bodyPr/>
                    <a:lstStyle/>
                    <a:p>
                      <a:r>
                        <a:rPr lang="en-US" sz="1600" dirty="0"/>
                        <a:t>Bank </a:t>
                      </a:r>
                      <a:r>
                        <a:rPr lang="en-US" sz="1600" dirty="0" err="1"/>
                        <a:t>Dalam</a:t>
                      </a:r>
                      <a:r>
                        <a:rPr lang="en-US" sz="1600" dirty="0"/>
                        <a:t> </a:t>
                      </a:r>
                      <a:r>
                        <a:rPr lang="en-US" sz="1600" dirty="0" err="1"/>
                        <a:t>Pengawasan</a:t>
                      </a:r>
                      <a:endParaRPr lang="id-ID" sz="1600" dirty="0"/>
                    </a:p>
                  </a:txBody>
                  <a:tcPr/>
                </a:tc>
                <a:tc>
                  <a:txBody>
                    <a:bodyPr/>
                    <a:lstStyle/>
                    <a:p>
                      <a:r>
                        <a:rPr lang="id-ID" sz="1600" b="0" i="1" u="none" strike="noStrike" kern="1200" baseline="0" dirty="0">
                          <a:solidFill>
                            <a:schemeClr val="dk1"/>
                          </a:solidFill>
                          <a:latin typeface="+mn-lt"/>
                          <a:ea typeface="+mn-ea"/>
                          <a:cs typeface="+mn-cs"/>
                        </a:rPr>
                        <a:t>S3.2 Profil</a:t>
                      </a:r>
                      <a:r>
                        <a:rPr lang="en-US" sz="1600" b="0" i="1" u="none" strike="noStrike" kern="1200" baseline="0" dirty="0">
                          <a:solidFill>
                            <a:schemeClr val="dk1"/>
                          </a:solidFill>
                          <a:latin typeface="+mn-lt"/>
                          <a:ea typeface="+mn-ea"/>
                          <a:cs typeface="+mn-cs"/>
                        </a:rPr>
                        <a:t> </a:t>
                      </a:r>
                      <a:r>
                        <a:rPr lang="id-ID" sz="1600" b="0" i="1" u="none" strike="noStrike" kern="1200" baseline="0" dirty="0">
                          <a:solidFill>
                            <a:schemeClr val="dk1"/>
                          </a:solidFill>
                          <a:latin typeface="+mn-lt"/>
                          <a:ea typeface="+mn-ea"/>
                          <a:cs typeface="+mn-cs"/>
                        </a:rPr>
                        <a:t>Individual Bank Dalam</a:t>
                      </a:r>
                      <a:r>
                        <a:rPr lang="en-US" sz="1600" b="0" i="1" u="none" strike="noStrike" kern="1200" baseline="0" dirty="0">
                          <a:solidFill>
                            <a:schemeClr val="dk1"/>
                          </a:solidFill>
                          <a:latin typeface="+mn-lt"/>
                          <a:ea typeface="+mn-ea"/>
                          <a:cs typeface="+mn-cs"/>
                        </a:rPr>
                        <a:t> </a:t>
                      </a:r>
                      <a:r>
                        <a:rPr lang="id-ID" sz="1600" b="0" i="1" u="none" strike="noStrike" kern="1200" baseline="0" dirty="0">
                          <a:solidFill>
                            <a:schemeClr val="dk1"/>
                          </a:solidFill>
                          <a:latin typeface="+mn-lt"/>
                          <a:ea typeface="+mn-ea"/>
                          <a:cs typeface="+mn-cs"/>
                        </a:rPr>
                        <a:t>Pengawasan</a:t>
                      </a:r>
                      <a:r>
                        <a:rPr lang="en-US" sz="1600" b="0" i="1" u="none" strike="noStrike" kern="1200" baseline="0" dirty="0">
                          <a:solidFill>
                            <a:schemeClr val="dk1"/>
                          </a:solidFill>
                          <a:latin typeface="+mn-lt"/>
                          <a:ea typeface="+mn-ea"/>
                          <a:cs typeface="+mn-cs"/>
                        </a:rPr>
                        <a:t> </a:t>
                      </a:r>
                      <a:r>
                        <a:rPr lang="id-ID" sz="1600" b="0" i="1" u="none" strike="noStrike" kern="1200" baseline="0" dirty="0">
                          <a:solidFill>
                            <a:schemeClr val="dk1"/>
                          </a:solidFill>
                          <a:latin typeface="+mn-lt"/>
                          <a:ea typeface="+mn-ea"/>
                          <a:cs typeface="+mn-cs"/>
                        </a:rPr>
                        <a:t>Intensi</a:t>
                      </a:r>
                      <a:r>
                        <a:rPr lang="en-US" sz="1600" b="0" i="1" u="none" strike="noStrike" kern="1200" baseline="0" dirty="0">
                          <a:solidFill>
                            <a:schemeClr val="dk1"/>
                          </a:solidFill>
                          <a:latin typeface="+mn-lt"/>
                          <a:ea typeface="+mn-ea"/>
                          <a:cs typeface="+mn-cs"/>
                        </a:rPr>
                        <a:t>f</a:t>
                      </a:r>
                      <a:endParaRPr lang="id-ID" sz="1600" b="0" i="0" u="none" strike="noStrike" kern="1200" baseline="0" dirty="0">
                        <a:solidFill>
                          <a:schemeClr val="dk1"/>
                        </a:solidFill>
                        <a:latin typeface="+mn-lt"/>
                        <a:ea typeface="+mn-ea"/>
                        <a:cs typeface="+mn-cs"/>
                      </a:endParaRPr>
                    </a:p>
                    <a:p>
                      <a:r>
                        <a:rPr lang="id-ID" sz="1600" b="0" i="1" u="none" strike="noStrike" kern="1200" baseline="0" dirty="0">
                          <a:solidFill>
                            <a:schemeClr val="dk1"/>
                          </a:solidFill>
                          <a:latin typeface="+mn-lt"/>
                          <a:ea typeface="+mn-ea"/>
                          <a:cs typeface="+mn-cs"/>
                        </a:rPr>
                        <a:t>S3.3 Profil</a:t>
                      </a:r>
                      <a:r>
                        <a:rPr lang="en-US" sz="1600" b="0" i="1" u="none" strike="noStrike" kern="1200" baseline="0" dirty="0">
                          <a:solidFill>
                            <a:schemeClr val="dk1"/>
                          </a:solidFill>
                          <a:latin typeface="+mn-lt"/>
                          <a:ea typeface="+mn-ea"/>
                          <a:cs typeface="+mn-cs"/>
                        </a:rPr>
                        <a:t> </a:t>
                      </a:r>
                      <a:r>
                        <a:rPr lang="id-ID" sz="1600" b="0" i="1" u="none" strike="noStrike" kern="1200" baseline="0" dirty="0">
                          <a:solidFill>
                            <a:schemeClr val="dk1"/>
                          </a:solidFill>
                          <a:latin typeface="+mn-lt"/>
                          <a:ea typeface="+mn-ea"/>
                          <a:cs typeface="+mn-cs"/>
                        </a:rPr>
                        <a:t>Individual Bank Dalam</a:t>
                      </a:r>
                      <a:r>
                        <a:rPr lang="en-US" sz="1600" b="0" i="1" u="none" strike="noStrike" kern="1200" baseline="0" dirty="0">
                          <a:solidFill>
                            <a:schemeClr val="dk1"/>
                          </a:solidFill>
                          <a:latin typeface="+mn-lt"/>
                          <a:ea typeface="+mn-ea"/>
                          <a:cs typeface="+mn-cs"/>
                        </a:rPr>
                        <a:t> </a:t>
                      </a:r>
                      <a:r>
                        <a:rPr lang="id-ID" sz="1600" b="0" i="1" u="none" strike="noStrike" kern="1200" baseline="0" dirty="0">
                          <a:solidFill>
                            <a:schemeClr val="dk1"/>
                          </a:solidFill>
                          <a:latin typeface="+mn-lt"/>
                          <a:ea typeface="+mn-ea"/>
                          <a:cs typeface="+mn-cs"/>
                        </a:rPr>
                        <a:t>Pengawasan</a:t>
                      </a:r>
                      <a:r>
                        <a:rPr lang="en-US" sz="1600" b="0" i="1" u="none" strike="noStrike" kern="1200" baseline="0" dirty="0">
                          <a:solidFill>
                            <a:schemeClr val="dk1"/>
                          </a:solidFill>
                          <a:latin typeface="+mn-lt"/>
                          <a:ea typeface="+mn-ea"/>
                          <a:cs typeface="+mn-cs"/>
                        </a:rPr>
                        <a:t> </a:t>
                      </a:r>
                      <a:r>
                        <a:rPr lang="id-ID" sz="1600" b="0" i="1" u="none" strike="noStrike" kern="1200" baseline="0" dirty="0">
                          <a:solidFill>
                            <a:schemeClr val="dk1"/>
                          </a:solidFill>
                          <a:latin typeface="+mn-lt"/>
                          <a:ea typeface="+mn-ea"/>
                          <a:cs typeface="+mn-cs"/>
                        </a:rPr>
                        <a:t>Khusus</a:t>
                      </a:r>
                      <a:endParaRPr lang="id-ID" sz="1600" b="0" i="0" u="none" strike="noStrike" kern="1200" baseline="0" dirty="0">
                        <a:solidFill>
                          <a:schemeClr val="dk1"/>
                        </a:solidFill>
                        <a:latin typeface="+mn-lt"/>
                        <a:ea typeface="+mn-ea"/>
                        <a:cs typeface="+mn-cs"/>
                      </a:endParaRPr>
                    </a:p>
                    <a:p>
                      <a:r>
                        <a:rPr lang="id-ID" sz="1600" b="0" i="1" u="none" strike="noStrike" kern="1200" baseline="0" dirty="0">
                          <a:solidFill>
                            <a:schemeClr val="dk1"/>
                          </a:solidFill>
                          <a:latin typeface="+mn-lt"/>
                          <a:ea typeface="+mn-ea"/>
                          <a:cs typeface="+mn-cs"/>
                        </a:rPr>
                        <a:t>S3.4</a:t>
                      </a:r>
                      <a:r>
                        <a:rPr lang="en-US" sz="1600" b="0" i="1" u="none" strike="noStrike" kern="1200" baseline="0" dirty="0">
                          <a:solidFill>
                            <a:schemeClr val="dk1"/>
                          </a:solidFill>
                          <a:latin typeface="+mn-lt"/>
                          <a:ea typeface="+mn-ea"/>
                          <a:cs typeface="+mn-cs"/>
                        </a:rPr>
                        <a:t> </a:t>
                      </a:r>
                      <a:r>
                        <a:rPr lang="id-ID" sz="1600" b="0" i="1" u="none" strike="noStrike" kern="1200" baseline="0" dirty="0">
                          <a:solidFill>
                            <a:schemeClr val="dk1"/>
                          </a:solidFill>
                          <a:latin typeface="+mn-lt"/>
                          <a:ea typeface="+mn-ea"/>
                          <a:cs typeface="+mn-cs"/>
                        </a:rPr>
                        <a:t>Laporan</a:t>
                      </a:r>
                      <a:r>
                        <a:rPr lang="en-US" sz="1600" b="0" i="1" u="none" strike="noStrike" kern="1200" baseline="0" dirty="0">
                          <a:solidFill>
                            <a:schemeClr val="dk1"/>
                          </a:solidFill>
                          <a:latin typeface="+mn-lt"/>
                          <a:ea typeface="+mn-ea"/>
                          <a:cs typeface="+mn-cs"/>
                        </a:rPr>
                        <a:t> </a:t>
                      </a:r>
                      <a:r>
                        <a:rPr lang="id-ID" sz="1600" b="0" i="1" u="none" strike="noStrike" kern="1200" baseline="0" dirty="0">
                          <a:solidFill>
                            <a:schemeClr val="dk1"/>
                          </a:solidFill>
                          <a:latin typeface="+mn-lt"/>
                          <a:ea typeface="+mn-ea"/>
                          <a:cs typeface="+mn-cs"/>
                        </a:rPr>
                        <a:t>Bank Dalam</a:t>
                      </a:r>
                      <a:r>
                        <a:rPr lang="en-US" sz="1600" b="0" i="1" u="none" strike="noStrike" kern="1200" baseline="0" dirty="0">
                          <a:solidFill>
                            <a:schemeClr val="dk1"/>
                          </a:solidFill>
                          <a:latin typeface="+mn-lt"/>
                          <a:ea typeface="+mn-ea"/>
                          <a:cs typeface="+mn-cs"/>
                        </a:rPr>
                        <a:t> </a:t>
                      </a:r>
                      <a:r>
                        <a:rPr lang="id-ID" sz="1600" b="0" i="1" u="none" strike="noStrike" kern="1200" baseline="0" dirty="0">
                          <a:solidFill>
                            <a:schemeClr val="dk1"/>
                          </a:solidFill>
                          <a:latin typeface="+mn-lt"/>
                          <a:ea typeface="+mn-ea"/>
                          <a:cs typeface="+mn-cs"/>
                        </a:rPr>
                        <a:t>Pengawasan</a:t>
                      </a:r>
                      <a:r>
                        <a:rPr lang="en-US" sz="1600" b="0" i="1" u="none" strike="noStrike" kern="1200" baseline="0" dirty="0">
                          <a:solidFill>
                            <a:schemeClr val="dk1"/>
                          </a:solidFill>
                          <a:latin typeface="+mn-lt"/>
                          <a:ea typeface="+mn-ea"/>
                          <a:cs typeface="+mn-cs"/>
                        </a:rPr>
                        <a:t> </a:t>
                      </a:r>
                      <a:r>
                        <a:rPr lang="id-ID" sz="1600" b="0" i="1" u="none" strike="noStrike" kern="1200" baseline="0" dirty="0">
                          <a:solidFill>
                            <a:schemeClr val="dk1"/>
                          </a:solidFill>
                          <a:latin typeface="+mn-lt"/>
                          <a:ea typeface="+mn-ea"/>
                          <a:cs typeface="+mn-cs"/>
                        </a:rPr>
                        <a:t>Intensi</a:t>
                      </a:r>
                      <a:r>
                        <a:rPr lang="en-US" sz="1600" b="0" i="1" u="none" strike="noStrike" kern="1200" baseline="0" dirty="0">
                          <a:solidFill>
                            <a:schemeClr val="dk1"/>
                          </a:solidFill>
                          <a:latin typeface="+mn-lt"/>
                          <a:ea typeface="+mn-ea"/>
                          <a:cs typeface="+mn-cs"/>
                        </a:rPr>
                        <a:t>f</a:t>
                      </a:r>
                      <a:endParaRPr lang="id-ID" sz="1600" b="0" i="0" u="none" strike="noStrike" kern="1200" baseline="0" dirty="0">
                        <a:solidFill>
                          <a:schemeClr val="dk1"/>
                        </a:solidFill>
                        <a:latin typeface="+mn-lt"/>
                        <a:ea typeface="+mn-ea"/>
                        <a:cs typeface="+mn-cs"/>
                      </a:endParaRPr>
                    </a:p>
                    <a:p>
                      <a:r>
                        <a:rPr lang="id-ID" sz="1600" b="0" i="1" u="none" strike="noStrike" kern="1200" baseline="0" dirty="0">
                          <a:solidFill>
                            <a:schemeClr val="dk1"/>
                          </a:solidFill>
                          <a:latin typeface="+mn-lt"/>
                          <a:ea typeface="+mn-ea"/>
                          <a:cs typeface="+mn-cs"/>
                        </a:rPr>
                        <a:t>S3.5 Laporan</a:t>
                      </a:r>
                      <a:r>
                        <a:rPr lang="en-US" sz="1600" b="0" i="1" u="none" strike="noStrike" kern="1200" baseline="0" dirty="0">
                          <a:solidFill>
                            <a:schemeClr val="dk1"/>
                          </a:solidFill>
                          <a:latin typeface="+mn-lt"/>
                          <a:ea typeface="+mn-ea"/>
                          <a:cs typeface="+mn-cs"/>
                        </a:rPr>
                        <a:t> </a:t>
                      </a:r>
                      <a:r>
                        <a:rPr lang="id-ID" sz="1600" b="0" i="1" u="none" strike="noStrike" kern="1200" baseline="0" dirty="0">
                          <a:solidFill>
                            <a:schemeClr val="dk1"/>
                          </a:solidFill>
                          <a:latin typeface="+mn-lt"/>
                          <a:ea typeface="+mn-ea"/>
                          <a:cs typeface="+mn-cs"/>
                        </a:rPr>
                        <a:t>Bank Dalam</a:t>
                      </a:r>
                      <a:r>
                        <a:rPr lang="en-US" sz="1600" b="0" i="1" u="none" strike="noStrike" kern="1200" baseline="0" dirty="0">
                          <a:solidFill>
                            <a:schemeClr val="dk1"/>
                          </a:solidFill>
                          <a:latin typeface="+mn-lt"/>
                          <a:ea typeface="+mn-ea"/>
                          <a:cs typeface="+mn-cs"/>
                        </a:rPr>
                        <a:t> </a:t>
                      </a:r>
                      <a:r>
                        <a:rPr lang="id-ID" sz="1600" b="0" i="1" u="none" strike="noStrike" kern="1200" baseline="0" dirty="0">
                          <a:solidFill>
                            <a:schemeClr val="dk1"/>
                          </a:solidFill>
                          <a:latin typeface="+mn-lt"/>
                          <a:ea typeface="+mn-ea"/>
                          <a:cs typeface="+mn-cs"/>
                        </a:rPr>
                        <a:t>Pengawasan</a:t>
                      </a:r>
                      <a:r>
                        <a:rPr lang="en-US" sz="1600" b="0" i="1" u="none" strike="noStrike" kern="1200" baseline="0" dirty="0">
                          <a:solidFill>
                            <a:schemeClr val="dk1"/>
                          </a:solidFill>
                          <a:latin typeface="+mn-lt"/>
                          <a:ea typeface="+mn-ea"/>
                          <a:cs typeface="+mn-cs"/>
                        </a:rPr>
                        <a:t> </a:t>
                      </a:r>
                      <a:r>
                        <a:rPr lang="id-ID" sz="1600" b="0" i="1" u="none" strike="noStrike" kern="1200" baseline="0" dirty="0">
                          <a:solidFill>
                            <a:schemeClr val="dk1"/>
                          </a:solidFill>
                          <a:latin typeface="+mn-lt"/>
                          <a:ea typeface="+mn-ea"/>
                          <a:cs typeface="+mn-cs"/>
                        </a:rPr>
                        <a:t>Khusus</a:t>
                      </a:r>
                      <a:r>
                        <a:rPr lang="id-ID" sz="1600" b="0" i="0" u="none" strike="noStrike" kern="1200" baseline="0" dirty="0">
                          <a:solidFill>
                            <a:schemeClr val="dk1"/>
                          </a:solidFill>
                          <a:latin typeface="+mn-lt"/>
                          <a:ea typeface="+mn-ea"/>
                          <a:cs typeface="+mn-cs"/>
                        </a:rPr>
                        <a:t>	</a:t>
                      </a:r>
                    </a:p>
                  </a:txBody>
                  <a:tcPr/>
                </a:tc>
                <a:tc>
                  <a:txBody>
                    <a:bodyPr/>
                    <a:lstStyle/>
                    <a:p>
                      <a:r>
                        <a:rPr lang="id-ID" sz="1600" b="0" i="0" u="none" strike="noStrike" kern="1200" baseline="0" dirty="0">
                          <a:solidFill>
                            <a:schemeClr val="dk1"/>
                          </a:solidFill>
                          <a:latin typeface="+mn-lt"/>
                          <a:ea typeface="+mn-ea"/>
                          <a:cs typeface="+mn-cs"/>
                        </a:rPr>
                        <a:t>Informasi yang mencakup </a:t>
                      </a:r>
                      <a:r>
                        <a:rPr lang="id-ID" sz="1600" b="0" i="0" u="none" strike="noStrike" kern="1200" baseline="0" dirty="0" err="1">
                          <a:solidFill>
                            <a:schemeClr val="dk1"/>
                          </a:solidFill>
                          <a:latin typeface="+mn-lt"/>
                          <a:ea typeface="+mn-ea"/>
                          <a:cs typeface="+mn-cs"/>
                        </a:rPr>
                        <a:t>rincian</a:t>
                      </a:r>
                      <a:r>
                        <a:rPr lang="id-ID" sz="1600" b="0" i="0" u="none" strike="noStrike" kern="1200" baseline="0" dirty="0">
                          <a:solidFill>
                            <a:schemeClr val="dk1"/>
                          </a:solidFill>
                          <a:latin typeface="+mn-lt"/>
                          <a:ea typeface="+mn-ea"/>
                          <a:cs typeface="+mn-cs"/>
                        </a:rPr>
                        <a:t> bank peserta penjaminan, dan bank dalam pengawasan (data</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administrasi, finansial, simpanan, pinjaman, aset)	</a:t>
                      </a:r>
                    </a:p>
                  </a:txBody>
                  <a:tcPr/>
                </a:tc>
                <a:extLst>
                  <a:ext uri="{0D108BD9-81ED-4DB2-BD59-A6C34878D82A}">
                    <a16:rowId xmlns:a16="http://schemas.microsoft.com/office/drawing/2014/main" val="3507786937"/>
                  </a:ext>
                </a:extLst>
              </a:tr>
              <a:tr h="985830">
                <a:tc>
                  <a:txBody>
                    <a:bodyPr/>
                    <a:lstStyle/>
                    <a:p>
                      <a:r>
                        <a:rPr lang="en-US" sz="1600" dirty="0"/>
                        <a:t>Data </a:t>
                      </a:r>
                      <a:r>
                        <a:rPr lang="en-US" sz="1600" dirty="0" err="1"/>
                        <a:t>Laporan</a:t>
                      </a:r>
                      <a:r>
                        <a:rPr lang="en-US" sz="1600" dirty="0"/>
                        <a:t> Bank</a:t>
                      </a:r>
                      <a:endParaRPr lang="id-ID" sz="1600" dirty="0"/>
                    </a:p>
                  </a:txBody>
                  <a:tcPr/>
                </a:tc>
                <a:tc>
                  <a:txBody>
                    <a:bodyPr/>
                    <a:lstStyle/>
                    <a:p>
                      <a:r>
                        <a:rPr lang="id-ID" sz="1600" b="0" i="1" u="none" strike="noStrike" kern="1200" baseline="0" dirty="0">
                          <a:solidFill>
                            <a:schemeClr val="dk1"/>
                          </a:solidFill>
                          <a:latin typeface="+mn-lt"/>
                          <a:ea typeface="+mn-ea"/>
                          <a:cs typeface="+mn-cs"/>
                        </a:rPr>
                        <a:t>S4.1 </a:t>
                      </a:r>
                      <a:r>
                        <a:rPr lang="id-ID" sz="1600" b="0" i="0" u="none" strike="noStrike" kern="1200" baseline="0" dirty="0">
                          <a:solidFill>
                            <a:schemeClr val="dk1"/>
                          </a:solidFill>
                          <a:latin typeface="+mn-lt"/>
                          <a:ea typeface="+mn-ea"/>
                          <a:cs typeface="+mn-cs"/>
                        </a:rPr>
                        <a:t>Laporan</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Posisi</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Simpanan</a:t>
                      </a:r>
                    </a:p>
                    <a:p>
                      <a:r>
                        <a:rPr lang="id-ID" sz="1600" b="0" i="1" u="none" strike="noStrike" kern="1200" baseline="0" dirty="0">
                          <a:solidFill>
                            <a:schemeClr val="dk1"/>
                          </a:solidFill>
                          <a:latin typeface="+mn-lt"/>
                          <a:ea typeface="+mn-ea"/>
                          <a:cs typeface="+mn-cs"/>
                        </a:rPr>
                        <a:t>S4.2 </a:t>
                      </a:r>
                      <a:r>
                        <a:rPr lang="id-ID" sz="1600" b="0" i="0" u="none" strike="noStrike" kern="1200" baseline="0" dirty="0">
                          <a:solidFill>
                            <a:schemeClr val="dk1"/>
                          </a:solidFill>
                          <a:latin typeface="+mn-lt"/>
                          <a:ea typeface="+mn-ea"/>
                          <a:cs typeface="+mn-cs"/>
                        </a:rPr>
                        <a:t>Laporan</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Posisi</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Bank</a:t>
                      </a:r>
                    </a:p>
                    <a:p>
                      <a:r>
                        <a:rPr lang="id-ID" sz="1600" b="0" i="1" u="none" strike="noStrike" kern="1200" baseline="0" dirty="0">
                          <a:solidFill>
                            <a:schemeClr val="dk1"/>
                          </a:solidFill>
                          <a:latin typeface="+mn-lt"/>
                          <a:ea typeface="+mn-ea"/>
                          <a:cs typeface="+mn-cs"/>
                        </a:rPr>
                        <a:t>S4.3 </a:t>
                      </a:r>
                      <a:r>
                        <a:rPr lang="id-ID" sz="1600" b="0" i="0" u="none" strike="noStrike" kern="1200" baseline="0" dirty="0">
                          <a:solidFill>
                            <a:schemeClr val="dk1"/>
                          </a:solidFill>
                          <a:latin typeface="+mn-lt"/>
                          <a:ea typeface="+mn-ea"/>
                          <a:cs typeface="+mn-cs"/>
                        </a:rPr>
                        <a:t>Laporan</a:t>
                      </a:r>
                      <a:r>
                        <a:rPr lang="en-US" sz="1600" b="0" i="0" u="none" strike="noStrike" kern="1200" baseline="0" dirty="0">
                          <a:solidFill>
                            <a:schemeClr val="dk1"/>
                          </a:solidFill>
                          <a:latin typeface="+mn-lt"/>
                          <a:ea typeface="+mn-ea"/>
                          <a:cs typeface="+mn-cs"/>
                        </a:rPr>
                        <a:t> </a:t>
                      </a:r>
                      <a:r>
                        <a:rPr lang="id-ID" sz="1600" b="0" i="1" u="none" strike="noStrike" kern="1200" baseline="0" dirty="0" err="1">
                          <a:solidFill>
                            <a:schemeClr val="dk1"/>
                          </a:solidFill>
                          <a:latin typeface="+mn-lt"/>
                          <a:ea typeface="+mn-ea"/>
                          <a:cs typeface="+mn-cs"/>
                        </a:rPr>
                        <a:t>Single</a:t>
                      </a:r>
                      <a:r>
                        <a:rPr lang="en-US" sz="1600" b="0" i="1" u="none" strike="noStrike" kern="1200" baseline="0" dirty="0">
                          <a:solidFill>
                            <a:schemeClr val="dk1"/>
                          </a:solidFill>
                          <a:latin typeface="+mn-lt"/>
                          <a:ea typeface="+mn-ea"/>
                          <a:cs typeface="+mn-cs"/>
                        </a:rPr>
                        <a:t> </a:t>
                      </a:r>
                      <a:r>
                        <a:rPr lang="id-ID" sz="1600" b="0" i="1" u="none" strike="noStrike" kern="1200" baseline="0" dirty="0" err="1">
                          <a:solidFill>
                            <a:schemeClr val="dk1"/>
                          </a:solidFill>
                          <a:latin typeface="+mn-lt"/>
                          <a:ea typeface="+mn-ea"/>
                          <a:cs typeface="+mn-cs"/>
                        </a:rPr>
                        <a:t>Customer</a:t>
                      </a:r>
                      <a:r>
                        <a:rPr lang="id-ID" sz="1600" b="0" i="1" u="none" strike="noStrike" kern="1200" baseline="0" dirty="0">
                          <a:solidFill>
                            <a:schemeClr val="dk1"/>
                          </a:solidFill>
                          <a:latin typeface="+mn-lt"/>
                          <a:ea typeface="+mn-ea"/>
                          <a:cs typeface="+mn-cs"/>
                        </a:rPr>
                        <a:t> View</a:t>
                      </a:r>
                      <a:endParaRPr lang="id-ID" sz="1600" b="0" i="0" u="none" strike="noStrike" kern="1200" baseline="0" dirty="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d-ID" sz="1600" b="0" i="0" u="none" strike="noStrike" kern="1200" baseline="0" dirty="0">
                          <a:solidFill>
                            <a:schemeClr val="dk1"/>
                          </a:solidFill>
                          <a:latin typeface="+mn-lt"/>
                          <a:ea typeface="+mn-ea"/>
                          <a:cs typeface="+mn-cs"/>
                        </a:rPr>
                        <a:t>Informasi yang mencakup </a:t>
                      </a:r>
                      <a:r>
                        <a:rPr lang="id-ID" sz="1600" b="0" i="0" u="none" strike="noStrike" kern="1200" baseline="0" dirty="0" err="1">
                          <a:solidFill>
                            <a:schemeClr val="dk1"/>
                          </a:solidFill>
                          <a:latin typeface="+mn-lt"/>
                          <a:ea typeface="+mn-ea"/>
                          <a:cs typeface="+mn-cs"/>
                        </a:rPr>
                        <a:t>rincian</a:t>
                      </a:r>
                      <a:r>
                        <a:rPr lang="id-ID" sz="1600" b="0" i="0" u="none" strike="noStrike" kern="1200" baseline="0" dirty="0">
                          <a:solidFill>
                            <a:schemeClr val="dk1"/>
                          </a:solidFill>
                          <a:latin typeface="+mn-lt"/>
                          <a:ea typeface="+mn-ea"/>
                          <a:cs typeface="+mn-cs"/>
                        </a:rPr>
                        <a:t> pelaporan bulanan</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yang disampaikan oleh bank ataupun didapatkan dari </a:t>
                      </a:r>
                      <a:r>
                        <a:rPr lang="en-US" sz="1600" b="0" i="0" u="none" strike="noStrike" kern="1200" baseline="0" dirty="0">
                          <a:solidFill>
                            <a:schemeClr val="dk1"/>
                          </a:solidFill>
                          <a:latin typeface="+mn-lt"/>
                          <a:ea typeface="+mn-ea"/>
                          <a:cs typeface="+mn-cs"/>
                        </a:rPr>
                        <a:t>Sarana </a:t>
                      </a:r>
                      <a:r>
                        <a:rPr lang="en-US" sz="1600" b="0" i="0" u="none" strike="noStrike" kern="1200" baseline="0" dirty="0" err="1">
                          <a:solidFill>
                            <a:schemeClr val="dk1"/>
                          </a:solidFill>
                          <a:latin typeface="+mn-lt"/>
                          <a:ea typeface="+mn-ea"/>
                          <a:cs typeface="+mn-cs"/>
                        </a:rPr>
                        <a:t>Pertukaran</a:t>
                      </a:r>
                      <a:r>
                        <a:rPr lang="en-US" sz="1600" b="0" i="0" u="none" strike="noStrike" kern="1200" baseline="0" dirty="0">
                          <a:solidFill>
                            <a:schemeClr val="dk1"/>
                          </a:solidFill>
                          <a:latin typeface="+mn-lt"/>
                          <a:ea typeface="+mn-ea"/>
                          <a:cs typeface="+mn-cs"/>
                        </a:rPr>
                        <a:t> </a:t>
                      </a:r>
                      <a:r>
                        <a:rPr lang="en-US" sz="1600" b="0" i="0" u="none" strike="noStrike" kern="1200" baseline="0" dirty="0" err="1">
                          <a:solidFill>
                            <a:schemeClr val="dk1"/>
                          </a:solidFill>
                          <a:latin typeface="+mn-lt"/>
                          <a:ea typeface="+mn-ea"/>
                          <a:cs typeface="+mn-cs"/>
                        </a:rPr>
                        <a:t>Informasi</a:t>
                      </a:r>
                      <a:endParaRPr lang="id-ID" sz="1600" b="0" u="none" strike="noStrike" kern="1200" baseline="0" dirty="0">
                        <a:solidFill>
                          <a:schemeClr val="dk1"/>
                        </a:solidFill>
                      </a:endParaRPr>
                    </a:p>
                  </a:txBody>
                  <a:tcPr/>
                </a:tc>
                <a:extLst>
                  <a:ext uri="{0D108BD9-81ED-4DB2-BD59-A6C34878D82A}">
                    <a16:rowId xmlns:a16="http://schemas.microsoft.com/office/drawing/2014/main" val="1155674591"/>
                  </a:ext>
                </a:extLst>
              </a:tr>
            </a:tbl>
          </a:graphicData>
        </a:graphic>
      </p:graphicFrame>
    </p:spTree>
    <p:extLst>
      <p:ext uri="{BB962C8B-B14F-4D97-AF65-F5344CB8AC3E}">
        <p14:creationId xmlns:p14="http://schemas.microsoft.com/office/powerpoint/2010/main" val="34198774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443866" y="270355"/>
            <a:ext cx="7927974" cy="655042"/>
          </a:xfrm>
        </p:spPr>
        <p:txBody>
          <a:bodyPr>
            <a:noAutofit/>
          </a:bodyPr>
          <a:lstStyle/>
          <a:p>
            <a:pPr algn="l"/>
            <a:r>
              <a:rPr lang="en-US" sz="2800" dirty="0" err="1">
                <a:latin typeface="Segoe UI" panose="020B0502040204020203" pitchFamily="34" charset="0"/>
                <a:ea typeface="Segoe UI" panose="020B0502040204020203" pitchFamily="34" charset="0"/>
                <a:cs typeface="Segoe UI" panose="020B0502040204020203" pitchFamily="34" charset="0"/>
              </a:rPr>
              <a:t>Komponen</a:t>
            </a:r>
            <a:r>
              <a:rPr lang="en-US" sz="2800" dirty="0">
                <a:latin typeface="Segoe UI" panose="020B0502040204020203" pitchFamily="34" charset="0"/>
                <a:ea typeface="Segoe UI" panose="020B0502040204020203" pitchFamily="34" charset="0"/>
                <a:cs typeface="Segoe UI" panose="020B0502040204020203" pitchFamily="34" charset="0"/>
              </a:rPr>
              <a:t> Data Utama Pada Domain </a:t>
            </a:r>
            <a:r>
              <a:rPr lang="en-US" sz="2800" dirty="0" err="1">
                <a:latin typeface="Segoe UI" panose="020B0502040204020203" pitchFamily="34" charset="0"/>
                <a:ea typeface="Segoe UI" panose="020B0502040204020203" pitchFamily="34" charset="0"/>
                <a:cs typeface="Segoe UI" panose="020B0502040204020203" pitchFamily="34" charset="0"/>
              </a:rPr>
              <a:t>Informasi</a:t>
            </a:r>
            <a:r>
              <a:rPr lang="en-US" sz="2800" dirty="0">
                <a:latin typeface="Segoe UI" panose="020B0502040204020203" pitchFamily="34" charset="0"/>
                <a:ea typeface="Segoe UI" panose="020B0502040204020203" pitchFamily="34" charset="0"/>
                <a:cs typeface="Segoe UI" panose="020B0502040204020203" pitchFamily="34" charset="0"/>
              </a:rPr>
              <a:t> di LPS – Data Surveilans (2)</a:t>
            </a:r>
          </a:p>
        </p:txBody>
      </p:sp>
      <p:graphicFrame>
        <p:nvGraphicFramePr>
          <p:cNvPr id="2" name="Table 4">
            <a:extLst>
              <a:ext uri="{FF2B5EF4-FFF2-40B4-BE49-F238E27FC236}">
                <a16:creationId xmlns:a16="http://schemas.microsoft.com/office/drawing/2014/main" id="{097C5DA6-8855-416A-810E-EF5CA4B398DB}"/>
              </a:ext>
            </a:extLst>
          </p:cNvPr>
          <p:cNvGraphicFramePr>
            <a:graphicFrameLocks noGrp="1"/>
          </p:cNvGraphicFramePr>
          <p:nvPr/>
        </p:nvGraphicFramePr>
        <p:xfrm>
          <a:off x="253093" y="1492023"/>
          <a:ext cx="11740243" cy="4001453"/>
        </p:xfrm>
        <a:graphic>
          <a:graphicData uri="http://schemas.openxmlformats.org/drawingml/2006/table">
            <a:tbl>
              <a:tblPr firstRow="1" bandRow="1">
                <a:tableStyleId>{1FECB4D8-DB02-4DC6-A0A2-4F2EBAE1DC90}</a:tableStyleId>
              </a:tblPr>
              <a:tblGrid>
                <a:gridCol w="1717088">
                  <a:extLst>
                    <a:ext uri="{9D8B030D-6E8A-4147-A177-3AD203B41FA5}">
                      <a16:colId xmlns:a16="http://schemas.microsoft.com/office/drawing/2014/main" val="2807335590"/>
                    </a:ext>
                  </a:extLst>
                </a:gridCol>
                <a:gridCol w="5287869">
                  <a:extLst>
                    <a:ext uri="{9D8B030D-6E8A-4147-A177-3AD203B41FA5}">
                      <a16:colId xmlns:a16="http://schemas.microsoft.com/office/drawing/2014/main" val="758460675"/>
                    </a:ext>
                  </a:extLst>
                </a:gridCol>
                <a:gridCol w="4735286">
                  <a:extLst>
                    <a:ext uri="{9D8B030D-6E8A-4147-A177-3AD203B41FA5}">
                      <a16:colId xmlns:a16="http://schemas.microsoft.com/office/drawing/2014/main" val="627879671"/>
                    </a:ext>
                  </a:extLst>
                </a:gridCol>
              </a:tblGrid>
              <a:tr h="557213">
                <a:tc>
                  <a:txBody>
                    <a:bodyPr/>
                    <a:lstStyle/>
                    <a:p>
                      <a:endParaRPr lang="id-ID" sz="1600"/>
                    </a:p>
                  </a:txBody>
                  <a:tcPr/>
                </a:tc>
                <a:tc>
                  <a:txBody>
                    <a:bodyPr/>
                    <a:lstStyle/>
                    <a:p>
                      <a:r>
                        <a:rPr lang="en-US" sz="1600" dirty="0" err="1"/>
                        <a:t>Detil</a:t>
                      </a:r>
                      <a:r>
                        <a:rPr lang="en-US" sz="1600" dirty="0"/>
                        <a:t> </a:t>
                      </a:r>
                      <a:r>
                        <a:rPr lang="en-US" sz="1600" dirty="0" err="1"/>
                        <a:t>Komponen</a:t>
                      </a:r>
                      <a:r>
                        <a:rPr lang="en-US" sz="1600" dirty="0"/>
                        <a:t> Data</a:t>
                      </a:r>
                      <a:endParaRPr lang="id-ID" sz="1600" dirty="0"/>
                    </a:p>
                  </a:txBody>
                  <a:tcPr/>
                </a:tc>
                <a:tc>
                  <a:txBody>
                    <a:bodyPr/>
                    <a:lstStyle/>
                    <a:p>
                      <a:r>
                        <a:rPr lang="en-US" sz="1600" dirty="0" err="1"/>
                        <a:t>Keterangan</a:t>
                      </a:r>
                      <a:endParaRPr lang="id-ID" sz="1600" dirty="0"/>
                    </a:p>
                  </a:txBody>
                  <a:tcPr/>
                </a:tc>
                <a:extLst>
                  <a:ext uri="{0D108BD9-81ED-4DB2-BD59-A6C34878D82A}">
                    <a16:rowId xmlns:a16="http://schemas.microsoft.com/office/drawing/2014/main" val="4239943936"/>
                  </a:ext>
                </a:extLst>
              </a:tr>
              <a:tr h="985830">
                <a:tc>
                  <a:txBody>
                    <a:bodyPr/>
                    <a:lstStyle/>
                    <a:p>
                      <a:r>
                        <a:rPr lang="en-US" sz="1600" dirty="0"/>
                        <a:t>Data </a:t>
                      </a:r>
                      <a:r>
                        <a:rPr lang="en-US" sz="1600" dirty="0" err="1"/>
                        <a:t>Preservasi</a:t>
                      </a:r>
                      <a:r>
                        <a:rPr lang="en-US" sz="1600" dirty="0"/>
                        <a:t> Bank</a:t>
                      </a:r>
                      <a:endParaRPr lang="id-ID" sz="1600" dirty="0"/>
                    </a:p>
                  </a:txBody>
                  <a:tcPr/>
                </a:tc>
                <a:tc>
                  <a:txBody>
                    <a:bodyPr/>
                    <a:lstStyle/>
                    <a:p>
                      <a:r>
                        <a:rPr lang="id-ID" sz="1600" b="0" i="1" u="none" strike="noStrike" kern="1200" baseline="0" dirty="0">
                          <a:solidFill>
                            <a:schemeClr val="dk1"/>
                          </a:solidFill>
                          <a:latin typeface="+mn-lt"/>
                          <a:ea typeface="+mn-ea"/>
                          <a:cs typeface="+mn-cs"/>
                        </a:rPr>
                        <a:t>S5.1</a:t>
                      </a:r>
                      <a:r>
                        <a:rPr lang="en-US" sz="1600" b="0" i="1"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Data Nasabah</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bank</a:t>
                      </a:r>
                    </a:p>
                    <a:p>
                      <a:r>
                        <a:rPr lang="id-ID" sz="1600" b="0" i="1" u="none" strike="noStrike" kern="1200" baseline="0" dirty="0">
                          <a:solidFill>
                            <a:schemeClr val="dk1"/>
                          </a:solidFill>
                          <a:latin typeface="+mn-lt"/>
                          <a:ea typeface="+mn-ea"/>
                          <a:cs typeface="+mn-cs"/>
                        </a:rPr>
                        <a:t>S5.2 </a:t>
                      </a:r>
                      <a:r>
                        <a:rPr lang="id-ID" sz="1600" b="0" i="0" u="none" strike="noStrike" kern="1200" baseline="0" dirty="0">
                          <a:solidFill>
                            <a:schemeClr val="dk1"/>
                          </a:solidFill>
                          <a:latin typeface="+mn-lt"/>
                          <a:ea typeface="+mn-ea"/>
                          <a:cs typeface="+mn-cs"/>
                        </a:rPr>
                        <a:t>Data Rekening</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Bank</a:t>
                      </a:r>
                    </a:p>
                    <a:p>
                      <a:r>
                        <a:rPr lang="id-ID" sz="1600" b="0" i="1" u="none" strike="noStrike" kern="1200" baseline="0" dirty="0">
                          <a:solidFill>
                            <a:schemeClr val="dk1"/>
                          </a:solidFill>
                          <a:latin typeface="+mn-lt"/>
                          <a:ea typeface="+mn-ea"/>
                          <a:cs typeface="+mn-cs"/>
                        </a:rPr>
                        <a:t>S5.3 </a:t>
                      </a:r>
                      <a:r>
                        <a:rPr lang="id-ID" sz="1600" b="0" i="0" u="none" strike="noStrike" kern="1200" baseline="0" dirty="0">
                          <a:solidFill>
                            <a:schemeClr val="dk1"/>
                          </a:solidFill>
                          <a:latin typeface="+mn-lt"/>
                          <a:ea typeface="+mn-ea"/>
                          <a:cs typeface="+mn-cs"/>
                        </a:rPr>
                        <a:t>Data Transaksi</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Bank</a:t>
                      </a:r>
                    </a:p>
                    <a:p>
                      <a:r>
                        <a:rPr lang="id-ID" sz="1600" b="0" i="1" u="none" strike="noStrike" kern="1200" baseline="0" dirty="0">
                          <a:solidFill>
                            <a:schemeClr val="dk1"/>
                          </a:solidFill>
                          <a:latin typeface="+mn-lt"/>
                          <a:ea typeface="+mn-ea"/>
                          <a:cs typeface="+mn-cs"/>
                        </a:rPr>
                        <a:t>S5.4 </a:t>
                      </a:r>
                      <a:r>
                        <a:rPr lang="id-ID" sz="1600" b="0" i="0" u="none" strike="noStrike" kern="1200" baseline="0" dirty="0">
                          <a:solidFill>
                            <a:schemeClr val="dk1"/>
                          </a:solidFill>
                          <a:latin typeface="+mn-lt"/>
                          <a:ea typeface="+mn-ea"/>
                          <a:cs typeface="+mn-cs"/>
                        </a:rPr>
                        <a:t>Data Keuangan Bank</a:t>
                      </a:r>
                    </a:p>
                    <a:p>
                      <a:r>
                        <a:rPr lang="en-US" sz="1600" b="0" i="1" u="none" strike="noStrike" kern="1200" baseline="0" dirty="0">
                          <a:solidFill>
                            <a:schemeClr val="dk1"/>
                          </a:solidFill>
                          <a:latin typeface="+mn-lt"/>
                          <a:ea typeface="+mn-ea"/>
                          <a:cs typeface="+mn-cs"/>
                        </a:rPr>
                        <a:t>S5.5 Electronically Store Information (ESI) </a:t>
                      </a:r>
                      <a:r>
                        <a:rPr lang="en-US" sz="1600" b="0" i="0" u="none" strike="noStrike" kern="1200" baseline="0" dirty="0">
                          <a:solidFill>
                            <a:schemeClr val="dk1"/>
                          </a:solidFill>
                          <a:latin typeface="+mn-lt"/>
                          <a:ea typeface="+mn-ea"/>
                          <a:cs typeface="+mn-cs"/>
                        </a:rPr>
                        <a:t>	</a:t>
                      </a:r>
                    </a:p>
                  </a:txBody>
                  <a:tcPr/>
                </a:tc>
                <a:tc>
                  <a:txBody>
                    <a:bodyPr/>
                    <a:lstStyle/>
                    <a:p>
                      <a:r>
                        <a:rPr lang="id-ID" sz="1600" b="0" i="0" u="none" strike="noStrike" kern="1200" baseline="0" dirty="0">
                          <a:solidFill>
                            <a:schemeClr val="dk1"/>
                          </a:solidFill>
                          <a:latin typeface="+mn-lt"/>
                          <a:ea typeface="+mn-ea"/>
                          <a:cs typeface="+mn-cs"/>
                        </a:rPr>
                        <a:t>Informasi yang mencakup </a:t>
                      </a:r>
                      <a:r>
                        <a:rPr lang="id-ID" sz="1600" b="0" i="0" u="none" strike="noStrike" kern="1200" baseline="0" dirty="0" err="1">
                          <a:solidFill>
                            <a:schemeClr val="dk1"/>
                          </a:solidFill>
                          <a:latin typeface="+mn-lt"/>
                          <a:ea typeface="+mn-ea"/>
                          <a:cs typeface="+mn-cs"/>
                        </a:rPr>
                        <a:t>rincian</a:t>
                      </a:r>
                      <a:r>
                        <a:rPr lang="id-ID" sz="1600" b="0" i="0" u="none" strike="noStrike" kern="1200" baseline="0" dirty="0">
                          <a:solidFill>
                            <a:schemeClr val="dk1"/>
                          </a:solidFill>
                          <a:latin typeface="+mn-lt"/>
                          <a:ea typeface="+mn-ea"/>
                          <a:cs typeface="+mn-cs"/>
                        </a:rPr>
                        <a:t> data mentah (</a:t>
                      </a:r>
                      <a:r>
                        <a:rPr lang="id-ID" sz="1600" b="0" i="1" u="none" strike="noStrike" kern="1200" baseline="0" dirty="0" err="1">
                          <a:solidFill>
                            <a:schemeClr val="dk1"/>
                          </a:solidFill>
                          <a:latin typeface="+mn-lt"/>
                          <a:ea typeface="+mn-ea"/>
                          <a:cs typeface="+mn-cs"/>
                        </a:rPr>
                        <a:t>raw</a:t>
                      </a:r>
                      <a:r>
                        <a:rPr lang="id-ID" sz="1600" b="0" i="1" u="none" strike="noStrike" kern="1200" baseline="0" dirty="0">
                          <a:solidFill>
                            <a:schemeClr val="dk1"/>
                          </a:solidFill>
                          <a:latin typeface="+mn-lt"/>
                          <a:ea typeface="+mn-ea"/>
                          <a:cs typeface="+mn-cs"/>
                        </a:rPr>
                        <a:t> data</a:t>
                      </a:r>
                      <a:r>
                        <a:rPr lang="id-ID" sz="1600" b="0" i="0" u="none" strike="noStrike" kern="1200" baseline="0" dirty="0">
                          <a:solidFill>
                            <a:schemeClr val="dk1"/>
                          </a:solidFill>
                          <a:latin typeface="+mn-lt"/>
                          <a:ea typeface="+mn-ea"/>
                          <a:cs typeface="+mn-cs"/>
                        </a:rPr>
                        <a:t>)bank yang </a:t>
                      </a:r>
                      <a:r>
                        <a:rPr lang="id-ID" sz="1600" b="0" i="0" u="none" strike="noStrike" kern="1200" baseline="0" dirty="0" err="1">
                          <a:solidFill>
                            <a:schemeClr val="dk1"/>
                          </a:solidFill>
                          <a:latin typeface="+mn-lt"/>
                          <a:ea typeface="+mn-ea"/>
                          <a:cs typeface="+mn-cs"/>
                        </a:rPr>
                        <a:t>dipreservasi</a:t>
                      </a:r>
                      <a:r>
                        <a:rPr lang="id-ID" sz="1600" b="0" i="0" u="none" strike="noStrike" kern="1200" baseline="0" dirty="0">
                          <a:solidFill>
                            <a:schemeClr val="dk1"/>
                          </a:solidFill>
                          <a:latin typeface="+mn-lt"/>
                          <a:ea typeface="+mn-ea"/>
                          <a:cs typeface="+mn-cs"/>
                        </a:rPr>
                        <a:t> oleh LPS sebelum melakukan </a:t>
                      </a:r>
                      <a:r>
                        <a:rPr lang="id-ID" sz="1600" b="0" i="1" u="none" strike="noStrike" kern="1200" baseline="0" dirty="0" err="1">
                          <a:solidFill>
                            <a:schemeClr val="dk1"/>
                          </a:solidFill>
                          <a:latin typeface="+mn-lt"/>
                          <a:ea typeface="+mn-ea"/>
                          <a:cs typeface="+mn-cs"/>
                        </a:rPr>
                        <a:t>due</a:t>
                      </a:r>
                      <a:r>
                        <a:rPr lang="id-ID" sz="1600" b="0" i="1" u="none" strike="noStrike" kern="1200" baseline="0" dirty="0">
                          <a:solidFill>
                            <a:schemeClr val="dk1"/>
                          </a:solidFill>
                          <a:latin typeface="+mn-lt"/>
                          <a:ea typeface="+mn-ea"/>
                          <a:cs typeface="+mn-cs"/>
                        </a:rPr>
                        <a:t> </a:t>
                      </a:r>
                      <a:r>
                        <a:rPr lang="id-ID" sz="1600" b="0" i="1" u="none" strike="noStrike" kern="1200" baseline="0" dirty="0" err="1">
                          <a:solidFill>
                            <a:schemeClr val="dk1"/>
                          </a:solidFill>
                          <a:latin typeface="+mn-lt"/>
                          <a:ea typeface="+mn-ea"/>
                          <a:cs typeface="+mn-cs"/>
                        </a:rPr>
                        <a:t>diligence</a:t>
                      </a:r>
                      <a:r>
                        <a:rPr lang="id-ID" sz="1600" b="0" i="0" u="none" strike="noStrike" kern="1200" baseline="0" dirty="0">
                          <a:solidFill>
                            <a:schemeClr val="dk1"/>
                          </a:solidFill>
                          <a:latin typeface="+mn-lt"/>
                          <a:ea typeface="+mn-ea"/>
                          <a:cs typeface="+mn-cs"/>
                        </a:rPr>
                        <a:t>	</a:t>
                      </a:r>
                    </a:p>
                  </a:txBody>
                  <a:tcPr/>
                </a:tc>
                <a:extLst>
                  <a:ext uri="{0D108BD9-81ED-4DB2-BD59-A6C34878D82A}">
                    <a16:rowId xmlns:a16="http://schemas.microsoft.com/office/drawing/2014/main" val="41346235"/>
                  </a:ext>
                </a:extLst>
              </a:tr>
              <a:tr h="985830">
                <a:tc>
                  <a:txBody>
                    <a:bodyPr/>
                    <a:lstStyle/>
                    <a:p>
                      <a:r>
                        <a:rPr lang="en-US" sz="1600" dirty="0"/>
                        <a:t>Data Surveilans</a:t>
                      </a:r>
                      <a:endParaRPr lang="id-ID" sz="1600" dirty="0"/>
                    </a:p>
                  </a:txBody>
                  <a:tcPr/>
                </a:tc>
                <a:tc>
                  <a:txBody>
                    <a:bodyPr/>
                    <a:lstStyle/>
                    <a:p>
                      <a:r>
                        <a:rPr lang="en-US" sz="1600" b="0" i="1" u="none" strike="noStrike" kern="1200" baseline="0" dirty="0">
                          <a:solidFill>
                            <a:schemeClr val="dk1"/>
                          </a:solidFill>
                          <a:latin typeface="+mn-lt"/>
                          <a:ea typeface="+mn-ea"/>
                          <a:cs typeface="+mn-cs"/>
                        </a:rPr>
                        <a:t>S6.1 Data Kesehatan Individual Bank</a:t>
                      </a:r>
                    </a:p>
                    <a:p>
                      <a:r>
                        <a:rPr lang="en-US" sz="1600" b="0" i="1" u="none" strike="noStrike" kern="1200" baseline="0" dirty="0">
                          <a:solidFill>
                            <a:schemeClr val="dk1"/>
                          </a:solidFill>
                          <a:latin typeface="+mn-lt"/>
                          <a:ea typeface="+mn-ea"/>
                          <a:cs typeface="+mn-cs"/>
                        </a:rPr>
                        <a:t>S6.2 Data Kesehatan Peer Group</a:t>
                      </a:r>
                    </a:p>
                    <a:p>
                      <a:r>
                        <a:rPr lang="en-US" sz="1600" b="0" i="1" u="none" strike="noStrike" kern="1200" baseline="0" dirty="0">
                          <a:solidFill>
                            <a:schemeClr val="dk1"/>
                          </a:solidFill>
                          <a:latin typeface="+mn-lt"/>
                          <a:ea typeface="+mn-ea"/>
                          <a:cs typeface="+mn-cs"/>
                        </a:rPr>
                        <a:t>S6.2 </a:t>
                      </a:r>
                      <a:r>
                        <a:rPr lang="en-US" sz="1600" b="0" i="1" u="none" strike="noStrike" kern="1200" baseline="0" dirty="0" err="1">
                          <a:solidFill>
                            <a:schemeClr val="dk1"/>
                          </a:solidFill>
                          <a:latin typeface="+mn-lt"/>
                          <a:ea typeface="+mn-ea"/>
                          <a:cs typeface="+mn-cs"/>
                        </a:rPr>
                        <a:t>Laporan</a:t>
                      </a:r>
                      <a:r>
                        <a:rPr lang="en-US" sz="1600" b="0" i="1" u="none" strike="noStrike" kern="1200" baseline="0" dirty="0">
                          <a:solidFill>
                            <a:schemeClr val="dk1"/>
                          </a:solidFill>
                          <a:latin typeface="+mn-lt"/>
                          <a:ea typeface="+mn-ea"/>
                          <a:cs typeface="+mn-cs"/>
                        </a:rPr>
                        <a:t> Hasil Stress Test</a:t>
                      </a:r>
                    </a:p>
                    <a:p>
                      <a:r>
                        <a:rPr lang="en-US" sz="1600" b="0" i="1" u="none" strike="noStrike" kern="1200" baseline="0" dirty="0">
                          <a:solidFill>
                            <a:schemeClr val="dk1"/>
                          </a:solidFill>
                          <a:latin typeface="+mn-lt"/>
                          <a:ea typeface="+mn-ea"/>
                          <a:cs typeface="+mn-cs"/>
                        </a:rPr>
                        <a:t>S6.3 Bank Stability Index</a:t>
                      </a:r>
                      <a:endParaRPr lang="id-ID" sz="1600" b="0" i="0" u="none" strike="noStrike" kern="1200" baseline="0" dirty="0">
                        <a:solidFill>
                          <a:schemeClr val="dk1"/>
                        </a:solidFill>
                        <a:latin typeface="+mn-lt"/>
                        <a:ea typeface="+mn-ea"/>
                        <a:cs typeface="+mn-cs"/>
                      </a:endParaRPr>
                    </a:p>
                  </a:txBody>
                  <a:tcPr/>
                </a:tc>
                <a:tc>
                  <a:txBody>
                    <a:bodyPr/>
                    <a:lstStyle/>
                    <a:p>
                      <a:r>
                        <a:rPr lang="en-US" sz="1600" b="0" i="0" u="none" strike="noStrike" kern="1200" baseline="0" dirty="0">
                          <a:solidFill>
                            <a:schemeClr val="dk1"/>
                          </a:solidFill>
                          <a:latin typeface="+mn-lt"/>
                          <a:ea typeface="+mn-ea"/>
                          <a:cs typeface="+mn-cs"/>
                        </a:rPr>
                        <a:t>In</a:t>
                      </a:r>
                      <a:r>
                        <a:rPr lang="id-ID" sz="1600" b="0" i="0" u="none" strike="noStrike" kern="1200" baseline="0" dirty="0">
                          <a:solidFill>
                            <a:schemeClr val="dk1"/>
                          </a:solidFill>
                          <a:latin typeface="+mn-lt"/>
                          <a:ea typeface="+mn-ea"/>
                          <a:cs typeface="+mn-cs"/>
                        </a:rPr>
                        <a:t>formasi</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yang mencakup data pemantauan terhadap kondisi individual bank, </a:t>
                      </a:r>
                      <a:r>
                        <a:rPr lang="id-ID" sz="1600" b="0" i="0" u="none" strike="noStrike" kern="1200" baseline="0" dirty="0" err="1">
                          <a:solidFill>
                            <a:schemeClr val="dk1"/>
                          </a:solidFill>
                          <a:latin typeface="+mn-lt"/>
                          <a:ea typeface="+mn-ea"/>
                          <a:cs typeface="+mn-cs"/>
                        </a:rPr>
                        <a:t>Peer</a:t>
                      </a:r>
                      <a:r>
                        <a:rPr lang="id-ID" sz="1600" b="0" i="0" u="none" strike="noStrike" kern="1200" baseline="0" dirty="0">
                          <a:solidFill>
                            <a:schemeClr val="dk1"/>
                          </a:solidFill>
                          <a:latin typeface="+mn-lt"/>
                          <a:ea typeface="+mn-ea"/>
                          <a:cs typeface="+mn-cs"/>
                        </a:rPr>
                        <a:t> Group,</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dan kesiapan bank terhadap perubahan kondisi ekonomi.	</a:t>
                      </a:r>
                    </a:p>
                  </a:txBody>
                  <a:tcPr/>
                </a:tc>
                <a:extLst>
                  <a:ext uri="{0D108BD9-81ED-4DB2-BD59-A6C34878D82A}">
                    <a16:rowId xmlns:a16="http://schemas.microsoft.com/office/drawing/2014/main" val="2660656725"/>
                  </a:ext>
                </a:extLst>
              </a:tr>
              <a:tr h="985830">
                <a:tc>
                  <a:txBody>
                    <a:bodyPr/>
                    <a:lstStyle/>
                    <a:p>
                      <a:r>
                        <a:rPr lang="en-US" sz="1600" dirty="0"/>
                        <a:t>Data </a:t>
                      </a:r>
                      <a:r>
                        <a:rPr lang="en-US" sz="1600" dirty="0" err="1"/>
                        <a:t>UjiTuntas</a:t>
                      </a:r>
                      <a:r>
                        <a:rPr lang="en-US" sz="1600" dirty="0"/>
                        <a:t>/ Due </a:t>
                      </a:r>
                      <a:r>
                        <a:rPr lang="en-US" sz="1600" dirty="0" err="1"/>
                        <a:t>Dilligence</a:t>
                      </a:r>
                      <a:endParaRPr lang="id-ID" sz="1600" dirty="0"/>
                    </a:p>
                  </a:txBody>
                  <a:tcPr/>
                </a:tc>
                <a:tc>
                  <a:txBody>
                    <a:bodyPr/>
                    <a:lstStyle/>
                    <a:p>
                      <a:r>
                        <a:rPr lang="id-ID" sz="1600" b="0" i="1" u="none" strike="noStrike" kern="1200" baseline="0" dirty="0">
                          <a:solidFill>
                            <a:schemeClr val="dk1"/>
                          </a:solidFill>
                          <a:latin typeface="+mn-lt"/>
                          <a:ea typeface="+mn-ea"/>
                          <a:cs typeface="+mn-cs"/>
                        </a:rPr>
                        <a:t>S7.1 Data Keuangan Hasil Audit</a:t>
                      </a:r>
                    </a:p>
                    <a:p>
                      <a:r>
                        <a:rPr lang="id-ID" sz="1600" b="0" i="1" u="none" strike="noStrike" kern="1200" baseline="0" dirty="0">
                          <a:solidFill>
                            <a:schemeClr val="dk1"/>
                          </a:solidFill>
                          <a:latin typeface="+mn-lt"/>
                          <a:ea typeface="+mn-ea"/>
                          <a:cs typeface="+mn-cs"/>
                        </a:rPr>
                        <a:t>S7.2 Data Rekening</a:t>
                      </a:r>
                      <a:r>
                        <a:rPr lang="en-US" sz="1600" b="0" i="1" u="none" strike="noStrike" kern="1200" baseline="0" dirty="0">
                          <a:solidFill>
                            <a:schemeClr val="dk1"/>
                          </a:solidFill>
                          <a:latin typeface="+mn-lt"/>
                          <a:ea typeface="+mn-ea"/>
                          <a:cs typeface="+mn-cs"/>
                        </a:rPr>
                        <a:t> </a:t>
                      </a:r>
                      <a:r>
                        <a:rPr lang="id-ID" sz="1600" b="0" i="1" u="none" strike="noStrike" kern="1200" baseline="0" dirty="0">
                          <a:solidFill>
                            <a:schemeClr val="dk1"/>
                          </a:solidFill>
                          <a:latin typeface="+mn-lt"/>
                          <a:ea typeface="+mn-ea"/>
                          <a:cs typeface="+mn-cs"/>
                        </a:rPr>
                        <a:t>Hasil Audit</a:t>
                      </a:r>
                    </a:p>
                    <a:p>
                      <a:r>
                        <a:rPr lang="id-ID" sz="1600" b="0" i="1" u="none" strike="noStrike" kern="1200" baseline="0" dirty="0">
                          <a:solidFill>
                            <a:schemeClr val="dk1"/>
                          </a:solidFill>
                          <a:latin typeface="+mn-lt"/>
                          <a:ea typeface="+mn-ea"/>
                          <a:cs typeface="+mn-cs"/>
                        </a:rPr>
                        <a:t>S7.3 Data Pemeriksaan</a:t>
                      </a:r>
                      <a:r>
                        <a:rPr lang="en-US" sz="1600" b="0" i="1" u="none" strike="noStrike" kern="1200" baseline="0" dirty="0">
                          <a:solidFill>
                            <a:schemeClr val="dk1"/>
                          </a:solidFill>
                          <a:latin typeface="+mn-lt"/>
                          <a:ea typeface="+mn-ea"/>
                          <a:cs typeface="+mn-cs"/>
                        </a:rPr>
                        <a:t> </a:t>
                      </a:r>
                      <a:r>
                        <a:rPr lang="id-ID" sz="1600" b="0" i="1" u="none" strike="noStrike" kern="1200" baseline="0" dirty="0">
                          <a:solidFill>
                            <a:schemeClr val="dk1"/>
                          </a:solidFill>
                          <a:latin typeface="+mn-lt"/>
                          <a:ea typeface="+mn-ea"/>
                          <a:cs typeface="+mn-cs"/>
                        </a:rPr>
                        <a:t>Legal</a:t>
                      </a:r>
                    </a:p>
                    <a:p>
                      <a:r>
                        <a:rPr lang="id-ID" sz="1600" b="0" i="1" u="none" strike="noStrike" kern="1200" baseline="0" dirty="0">
                          <a:solidFill>
                            <a:schemeClr val="dk1"/>
                          </a:solidFill>
                          <a:latin typeface="+mn-lt"/>
                          <a:ea typeface="+mn-ea"/>
                          <a:cs typeface="+mn-cs"/>
                        </a:rPr>
                        <a:t>S7.4 Data Pemeriksaan</a:t>
                      </a:r>
                      <a:r>
                        <a:rPr lang="en-US" sz="1600" b="0" i="1" u="none" strike="noStrike" kern="1200" baseline="0" dirty="0">
                          <a:solidFill>
                            <a:schemeClr val="dk1"/>
                          </a:solidFill>
                          <a:latin typeface="+mn-lt"/>
                          <a:ea typeface="+mn-ea"/>
                          <a:cs typeface="+mn-cs"/>
                        </a:rPr>
                        <a:t> </a:t>
                      </a:r>
                      <a:r>
                        <a:rPr lang="id-ID" sz="1600" b="0" i="1" u="none" strike="noStrike" kern="1200" baseline="0" dirty="0">
                          <a:solidFill>
                            <a:schemeClr val="dk1"/>
                          </a:solidFill>
                          <a:latin typeface="+mn-lt"/>
                          <a:ea typeface="+mn-ea"/>
                          <a:cs typeface="+mn-cs"/>
                        </a:rPr>
                        <a:t>Aset</a:t>
                      </a:r>
                      <a:r>
                        <a:rPr lang="id-ID" sz="1600" b="0" i="0" u="none" strike="noStrike" kern="1200" baseline="0" dirty="0">
                          <a:solidFill>
                            <a:schemeClr val="dk1"/>
                          </a:solidFill>
                          <a:latin typeface="+mn-lt"/>
                          <a:ea typeface="+mn-ea"/>
                          <a:cs typeface="+mn-cs"/>
                        </a:rPr>
                        <a:t>	</a:t>
                      </a:r>
                    </a:p>
                  </a:txBody>
                  <a:tcPr/>
                </a:tc>
                <a:tc>
                  <a:txBody>
                    <a:bodyPr/>
                    <a:lstStyle/>
                    <a:p>
                      <a:r>
                        <a:rPr lang="en-US" sz="1600" b="0" i="0" u="none" strike="noStrike" kern="1200" baseline="0" dirty="0">
                          <a:solidFill>
                            <a:schemeClr val="dk1"/>
                          </a:solidFill>
                          <a:latin typeface="+mn-lt"/>
                          <a:ea typeface="+mn-ea"/>
                          <a:cs typeface="+mn-cs"/>
                        </a:rPr>
                        <a:t>I</a:t>
                      </a:r>
                      <a:r>
                        <a:rPr lang="id-ID" sz="1600" b="0" i="0" u="none" strike="noStrike" kern="1200" baseline="0" dirty="0" err="1">
                          <a:solidFill>
                            <a:schemeClr val="dk1"/>
                          </a:solidFill>
                          <a:latin typeface="+mn-lt"/>
                          <a:ea typeface="+mn-ea"/>
                          <a:cs typeface="+mn-cs"/>
                        </a:rPr>
                        <a:t>nformasi</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yang terkait </a:t>
                      </a:r>
                      <a:r>
                        <a:rPr lang="id-ID" sz="1600" b="0" i="0" u="none" strike="noStrike" kern="1200" baseline="0" dirty="0" err="1">
                          <a:solidFill>
                            <a:schemeClr val="dk1"/>
                          </a:solidFill>
                          <a:latin typeface="+mn-lt"/>
                          <a:ea typeface="+mn-ea"/>
                          <a:cs typeface="+mn-cs"/>
                        </a:rPr>
                        <a:t>dngan</a:t>
                      </a:r>
                      <a:r>
                        <a:rPr lang="id-ID" sz="1600" b="0" i="0" u="none" strike="noStrike" kern="1200" baseline="0" dirty="0">
                          <a:solidFill>
                            <a:schemeClr val="dk1"/>
                          </a:solidFill>
                          <a:latin typeface="+mn-lt"/>
                          <a:ea typeface="+mn-ea"/>
                          <a:cs typeface="+mn-cs"/>
                        </a:rPr>
                        <a:t> hasil pemeriksaan bank normal maupun bank dalam pengawasan)	</a:t>
                      </a:r>
                    </a:p>
                  </a:txBody>
                  <a:tcPr/>
                </a:tc>
                <a:extLst>
                  <a:ext uri="{0D108BD9-81ED-4DB2-BD59-A6C34878D82A}">
                    <a16:rowId xmlns:a16="http://schemas.microsoft.com/office/drawing/2014/main" val="3507786937"/>
                  </a:ext>
                </a:extLst>
              </a:tr>
            </a:tbl>
          </a:graphicData>
        </a:graphic>
      </p:graphicFrame>
    </p:spTree>
    <p:extLst>
      <p:ext uri="{BB962C8B-B14F-4D97-AF65-F5344CB8AC3E}">
        <p14:creationId xmlns:p14="http://schemas.microsoft.com/office/powerpoint/2010/main" val="2520312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443866" y="270355"/>
            <a:ext cx="7927974" cy="655042"/>
          </a:xfrm>
        </p:spPr>
        <p:txBody>
          <a:bodyPr>
            <a:noAutofit/>
          </a:bodyPr>
          <a:lstStyle/>
          <a:p>
            <a:pPr algn="l"/>
            <a:r>
              <a:rPr lang="en-US" sz="2800" dirty="0" err="1">
                <a:latin typeface="Segoe UI" panose="020B0502040204020203" pitchFamily="34" charset="0"/>
                <a:ea typeface="Segoe UI" panose="020B0502040204020203" pitchFamily="34" charset="0"/>
                <a:cs typeface="Segoe UI" panose="020B0502040204020203" pitchFamily="34" charset="0"/>
              </a:rPr>
              <a:t>Komponen</a:t>
            </a:r>
            <a:r>
              <a:rPr lang="en-US" sz="2800" dirty="0">
                <a:latin typeface="Segoe UI" panose="020B0502040204020203" pitchFamily="34" charset="0"/>
                <a:ea typeface="Segoe UI" panose="020B0502040204020203" pitchFamily="34" charset="0"/>
                <a:cs typeface="Segoe UI" panose="020B0502040204020203" pitchFamily="34" charset="0"/>
              </a:rPr>
              <a:t> Data Utama Pada Domain </a:t>
            </a:r>
            <a:r>
              <a:rPr lang="en-US" sz="2800" dirty="0" err="1">
                <a:latin typeface="Segoe UI" panose="020B0502040204020203" pitchFamily="34" charset="0"/>
                <a:ea typeface="Segoe UI" panose="020B0502040204020203" pitchFamily="34" charset="0"/>
                <a:cs typeface="Segoe UI" panose="020B0502040204020203" pitchFamily="34" charset="0"/>
              </a:rPr>
              <a:t>Informasi</a:t>
            </a:r>
            <a:r>
              <a:rPr lang="en-US" sz="2800" dirty="0">
                <a:latin typeface="Segoe UI" panose="020B0502040204020203" pitchFamily="34" charset="0"/>
                <a:ea typeface="Segoe UI" panose="020B0502040204020203" pitchFamily="34" charset="0"/>
                <a:cs typeface="Segoe UI" panose="020B0502040204020203" pitchFamily="34" charset="0"/>
              </a:rPr>
              <a:t> di LPS – Data </a:t>
            </a:r>
            <a:r>
              <a:rPr lang="en-US" sz="2800" dirty="0" err="1">
                <a:latin typeface="Segoe UI" panose="020B0502040204020203" pitchFamily="34" charset="0"/>
                <a:ea typeface="Segoe UI" panose="020B0502040204020203" pitchFamily="34" charset="0"/>
                <a:cs typeface="Segoe UI" panose="020B0502040204020203" pitchFamily="34" charset="0"/>
              </a:rPr>
              <a:t>Resolusi</a:t>
            </a:r>
            <a:r>
              <a:rPr lang="en-US" sz="2800" dirty="0">
                <a:latin typeface="Segoe UI" panose="020B0502040204020203" pitchFamily="34" charset="0"/>
                <a:ea typeface="Segoe UI" panose="020B0502040204020203" pitchFamily="34" charset="0"/>
                <a:cs typeface="Segoe UI" panose="020B0502040204020203" pitchFamily="34" charset="0"/>
              </a:rPr>
              <a:t> (1)</a:t>
            </a:r>
          </a:p>
        </p:txBody>
      </p:sp>
      <p:graphicFrame>
        <p:nvGraphicFramePr>
          <p:cNvPr id="2" name="Table 4">
            <a:extLst>
              <a:ext uri="{FF2B5EF4-FFF2-40B4-BE49-F238E27FC236}">
                <a16:creationId xmlns:a16="http://schemas.microsoft.com/office/drawing/2014/main" id="{097C5DA6-8855-416A-810E-EF5CA4B398DB}"/>
              </a:ext>
            </a:extLst>
          </p:cNvPr>
          <p:cNvGraphicFramePr>
            <a:graphicFrameLocks noGrp="1"/>
          </p:cNvGraphicFramePr>
          <p:nvPr/>
        </p:nvGraphicFramePr>
        <p:xfrm>
          <a:off x="318408" y="1149667"/>
          <a:ext cx="11740243" cy="5708333"/>
        </p:xfrm>
        <a:graphic>
          <a:graphicData uri="http://schemas.openxmlformats.org/drawingml/2006/table">
            <a:tbl>
              <a:tblPr firstRow="1" bandRow="1">
                <a:tableStyleId>{1FECB4D8-DB02-4DC6-A0A2-4F2EBAE1DC90}</a:tableStyleId>
              </a:tblPr>
              <a:tblGrid>
                <a:gridCol w="1717088">
                  <a:extLst>
                    <a:ext uri="{9D8B030D-6E8A-4147-A177-3AD203B41FA5}">
                      <a16:colId xmlns:a16="http://schemas.microsoft.com/office/drawing/2014/main" val="2807335590"/>
                    </a:ext>
                  </a:extLst>
                </a:gridCol>
                <a:gridCol w="5287869">
                  <a:extLst>
                    <a:ext uri="{9D8B030D-6E8A-4147-A177-3AD203B41FA5}">
                      <a16:colId xmlns:a16="http://schemas.microsoft.com/office/drawing/2014/main" val="758460675"/>
                    </a:ext>
                  </a:extLst>
                </a:gridCol>
                <a:gridCol w="4735286">
                  <a:extLst>
                    <a:ext uri="{9D8B030D-6E8A-4147-A177-3AD203B41FA5}">
                      <a16:colId xmlns:a16="http://schemas.microsoft.com/office/drawing/2014/main" val="627879671"/>
                    </a:ext>
                  </a:extLst>
                </a:gridCol>
              </a:tblGrid>
              <a:tr h="557213">
                <a:tc>
                  <a:txBody>
                    <a:bodyPr/>
                    <a:lstStyle/>
                    <a:p>
                      <a:endParaRPr lang="id-ID" sz="1600"/>
                    </a:p>
                  </a:txBody>
                  <a:tcPr/>
                </a:tc>
                <a:tc>
                  <a:txBody>
                    <a:bodyPr/>
                    <a:lstStyle/>
                    <a:p>
                      <a:r>
                        <a:rPr lang="en-US" sz="1600" dirty="0" err="1"/>
                        <a:t>Detil</a:t>
                      </a:r>
                      <a:r>
                        <a:rPr lang="en-US" sz="1600" dirty="0"/>
                        <a:t> </a:t>
                      </a:r>
                      <a:r>
                        <a:rPr lang="en-US" sz="1600" dirty="0" err="1"/>
                        <a:t>Komponen</a:t>
                      </a:r>
                      <a:r>
                        <a:rPr lang="en-US" sz="1600" dirty="0"/>
                        <a:t> Data</a:t>
                      </a:r>
                      <a:endParaRPr lang="id-ID" sz="1600" dirty="0"/>
                    </a:p>
                  </a:txBody>
                  <a:tcPr/>
                </a:tc>
                <a:tc>
                  <a:txBody>
                    <a:bodyPr/>
                    <a:lstStyle/>
                    <a:p>
                      <a:r>
                        <a:rPr lang="en-US" sz="1600" dirty="0" err="1"/>
                        <a:t>Keterangan</a:t>
                      </a:r>
                      <a:endParaRPr lang="id-ID" sz="1600" dirty="0"/>
                    </a:p>
                  </a:txBody>
                  <a:tcPr/>
                </a:tc>
                <a:extLst>
                  <a:ext uri="{0D108BD9-81ED-4DB2-BD59-A6C34878D82A}">
                    <a16:rowId xmlns:a16="http://schemas.microsoft.com/office/drawing/2014/main" val="4239943936"/>
                  </a:ext>
                </a:extLst>
              </a:tr>
              <a:tr h="985830">
                <a:tc>
                  <a:txBody>
                    <a:bodyPr/>
                    <a:lstStyle/>
                    <a:p>
                      <a:r>
                        <a:rPr lang="en-US" sz="1600" dirty="0"/>
                        <a:t>Data </a:t>
                      </a:r>
                      <a:r>
                        <a:rPr lang="en-US" sz="1600" dirty="0" err="1"/>
                        <a:t>Analisis</a:t>
                      </a:r>
                      <a:r>
                        <a:rPr lang="en-US" sz="1600" dirty="0"/>
                        <a:t> </a:t>
                      </a:r>
                      <a:r>
                        <a:rPr lang="en-US" sz="1600" dirty="0" err="1"/>
                        <a:t>Resolusi</a:t>
                      </a:r>
                      <a:endParaRPr lang="id-ID" sz="1600" dirty="0"/>
                    </a:p>
                  </a:txBody>
                  <a:tcPr/>
                </a:tc>
                <a:tc>
                  <a:txBody>
                    <a:bodyPr/>
                    <a:lstStyle/>
                    <a:p>
                      <a:r>
                        <a:rPr lang="id-ID" sz="1600" b="0" i="1" u="none" strike="noStrike" kern="1200" baseline="0" dirty="0">
                          <a:solidFill>
                            <a:schemeClr val="dk1"/>
                          </a:solidFill>
                          <a:latin typeface="+mn-lt"/>
                          <a:ea typeface="+mn-ea"/>
                          <a:cs typeface="+mn-cs"/>
                        </a:rPr>
                        <a:t>R1.1</a:t>
                      </a:r>
                      <a:r>
                        <a:rPr lang="en-US" sz="1600" b="0" i="1" u="none" strike="noStrike" kern="1200" baseline="0" dirty="0">
                          <a:solidFill>
                            <a:schemeClr val="dk1"/>
                          </a:solidFill>
                          <a:latin typeface="+mn-lt"/>
                          <a:ea typeface="+mn-ea"/>
                          <a:cs typeface="+mn-cs"/>
                        </a:rPr>
                        <a:t> </a:t>
                      </a:r>
                      <a:r>
                        <a:rPr lang="id-ID" sz="1600" b="0" i="1" u="none" strike="noStrike" kern="1200" baseline="0" dirty="0">
                          <a:solidFill>
                            <a:schemeClr val="dk1"/>
                          </a:solidFill>
                          <a:latin typeface="+mn-lt"/>
                          <a:ea typeface="+mn-ea"/>
                          <a:cs typeface="+mn-cs"/>
                        </a:rPr>
                        <a:t>Data</a:t>
                      </a:r>
                      <a:r>
                        <a:rPr lang="en-US" sz="1600" b="0" i="1" u="none" strike="noStrike" kern="1200" baseline="0" dirty="0">
                          <a:solidFill>
                            <a:schemeClr val="dk1"/>
                          </a:solidFill>
                          <a:latin typeface="+mn-lt"/>
                          <a:ea typeface="+mn-ea"/>
                          <a:cs typeface="+mn-cs"/>
                        </a:rPr>
                        <a:t> </a:t>
                      </a:r>
                      <a:r>
                        <a:rPr lang="id-ID" sz="1600" b="0" i="1" u="none" strike="noStrike" kern="1200" baseline="0" dirty="0">
                          <a:solidFill>
                            <a:schemeClr val="dk1"/>
                          </a:solidFill>
                          <a:latin typeface="+mn-lt"/>
                          <a:ea typeface="+mn-ea"/>
                          <a:cs typeface="+mn-cs"/>
                        </a:rPr>
                        <a:t>Finansial</a:t>
                      </a:r>
                      <a:r>
                        <a:rPr lang="en-US" sz="1600" b="0" i="1" u="none" strike="noStrike" kern="1200" baseline="0" dirty="0">
                          <a:solidFill>
                            <a:schemeClr val="dk1"/>
                          </a:solidFill>
                          <a:latin typeface="+mn-lt"/>
                          <a:ea typeface="+mn-ea"/>
                          <a:cs typeface="+mn-cs"/>
                        </a:rPr>
                        <a:t> </a:t>
                      </a:r>
                      <a:r>
                        <a:rPr lang="id-ID" sz="1600" b="0" i="1" u="none" strike="noStrike" kern="1200" baseline="0" dirty="0">
                          <a:solidFill>
                            <a:schemeClr val="dk1"/>
                          </a:solidFill>
                          <a:latin typeface="+mn-lt"/>
                          <a:ea typeface="+mn-ea"/>
                          <a:cs typeface="+mn-cs"/>
                        </a:rPr>
                        <a:t>Bank</a:t>
                      </a:r>
                    </a:p>
                    <a:p>
                      <a:r>
                        <a:rPr lang="id-ID" sz="1600" b="0" i="1" u="none" strike="noStrike" kern="1200" baseline="0" dirty="0">
                          <a:solidFill>
                            <a:schemeClr val="dk1"/>
                          </a:solidFill>
                          <a:latin typeface="+mn-lt"/>
                          <a:ea typeface="+mn-ea"/>
                          <a:cs typeface="+mn-cs"/>
                        </a:rPr>
                        <a:t>R1.2 Data Penilaian</a:t>
                      </a:r>
                      <a:r>
                        <a:rPr lang="en-US" sz="1600" b="0" i="1" u="none" strike="noStrike" kern="1200" baseline="0" dirty="0">
                          <a:solidFill>
                            <a:schemeClr val="dk1"/>
                          </a:solidFill>
                          <a:latin typeface="+mn-lt"/>
                          <a:ea typeface="+mn-ea"/>
                          <a:cs typeface="+mn-cs"/>
                        </a:rPr>
                        <a:t> </a:t>
                      </a:r>
                      <a:r>
                        <a:rPr lang="id-ID" sz="1600" b="0" i="1" u="none" strike="noStrike" kern="1200" baseline="0" dirty="0">
                          <a:solidFill>
                            <a:schemeClr val="dk1"/>
                          </a:solidFill>
                          <a:latin typeface="+mn-lt"/>
                          <a:ea typeface="+mn-ea"/>
                          <a:cs typeface="+mn-cs"/>
                        </a:rPr>
                        <a:t>Aset</a:t>
                      </a:r>
                      <a:r>
                        <a:rPr lang="en-US" sz="1600" b="0" i="1" u="none" strike="noStrike" kern="1200" baseline="0" dirty="0">
                          <a:solidFill>
                            <a:schemeClr val="dk1"/>
                          </a:solidFill>
                          <a:latin typeface="+mn-lt"/>
                          <a:ea typeface="+mn-ea"/>
                          <a:cs typeface="+mn-cs"/>
                        </a:rPr>
                        <a:t> </a:t>
                      </a:r>
                      <a:r>
                        <a:rPr lang="id-ID" sz="1600" b="0" i="1" u="none" strike="noStrike" kern="1200" baseline="0" dirty="0">
                          <a:solidFill>
                            <a:schemeClr val="dk1"/>
                          </a:solidFill>
                          <a:latin typeface="+mn-lt"/>
                          <a:ea typeface="+mn-ea"/>
                          <a:cs typeface="+mn-cs"/>
                        </a:rPr>
                        <a:t>Baik (</a:t>
                      </a:r>
                      <a:r>
                        <a:rPr lang="id-ID" sz="1600" b="0" i="1" u="none" strike="noStrike" kern="1200" baseline="0" dirty="0" err="1">
                          <a:solidFill>
                            <a:schemeClr val="dk1"/>
                          </a:solidFill>
                          <a:latin typeface="+mn-lt"/>
                          <a:ea typeface="+mn-ea"/>
                          <a:cs typeface="+mn-cs"/>
                        </a:rPr>
                        <a:t>Good</a:t>
                      </a:r>
                      <a:r>
                        <a:rPr lang="id-ID" sz="1600" b="0" i="1" u="none" strike="noStrike" kern="1200" baseline="0" dirty="0">
                          <a:solidFill>
                            <a:schemeClr val="dk1"/>
                          </a:solidFill>
                          <a:latin typeface="+mn-lt"/>
                          <a:ea typeface="+mn-ea"/>
                          <a:cs typeface="+mn-cs"/>
                        </a:rPr>
                        <a:t> </a:t>
                      </a:r>
                      <a:r>
                        <a:rPr lang="id-ID" sz="1600" b="0" i="1" u="none" strike="noStrike" kern="1200" baseline="0" dirty="0" err="1">
                          <a:solidFill>
                            <a:schemeClr val="dk1"/>
                          </a:solidFill>
                          <a:latin typeface="+mn-lt"/>
                          <a:ea typeface="+mn-ea"/>
                          <a:cs typeface="+mn-cs"/>
                        </a:rPr>
                        <a:t>Asset</a:t>
                      </a:r>
                      <a:r>
                        <a:rPr lang="id-ID" sz="1600" b="0" i="1" u="none" strike="noStrike" kern="1200" baseline="0" dirty="0">
                          <a:solidFill>
                            <a:schemeClr val="dk1"/>
                          </a:solidFill>
                          <a:latin typeface="+mn-lt"/>
                          <a:ea typeface="+mn-ea"/>
                          <a:cs typeface="+mn-cs"/>
                        </a:rPr>
                        <a:t>)</a:t>
                      </a:r>
                    </a:p>
                    <a:p>
                      <a:r>
                        <a:rPr lang="id-ID" sz="1600" b="0" i="1" u="none" strike="noStrike" kern="1200" baseline="0" dirty="0">
                          <a:solidFill>
                            <a:schemeClr val="dk1"/>
                          </a:solidFill>
                          <a:latin typeface="+mn-lt"/>
                          <a:ea typeface="+mn-ea"/>
                          <a:cs typeface="+mn-cs"/>
                        </a:rPr>
                        <a:t>R1.3 Data Simpanan</a:t>
                      </a:r>
                      <a:r>
                        <a:rPr lang="en-US" sz="1600" b="0" i="1" u="none" strike="noStrike" kern="1200" baseline="0" dirty="0">
                          <a:solidFill>
                            <a:schemeClr val="dk1"/>
                          </a:solidFill>
                          <a:latin typeface="+mn-lt"/>
                          <a:ea typeface="+mn-ea"/>
                          <a:cs typeface="+mn-cs"/>
                        </a:rPr>
                        <a:t> </a:t>
                      </a:r>
                      <a:r>
                        <a:rPr lang="id-ID" sz="1600" b="0" i="1" u="none" strike="noStrike" kern="1200" baseline="0" dirty="0">
                          <a:solidFill>
                            <a:schemeClr val="dk1"/>
                          </a:solidFill>
                          <a:latin typeface="+mn-lt"/>
                          <a:ea typeface="+mn-ea"/>
                          <a:cs typeface="+mn-cs"/>
                        </a:rPr>
                        <a:t>yang Dijamin</a:t>
                      </a:r>
                    </a:p>
                    <a:p>
                      <a:r>
                        <a:rPr lang="id-ID" sz="1600" b="0" i="1" u="none" strike="noStrike" kern="1200" baseline="0" dirty="0">
                          <a:solidFill>
                            <a:schemeClr val="dk1"/>
                          </a:solidFill>
                          <a:latin typeface="+mn-lt"/>
                          <a:ea typeface="+mn-ea"/>
                          <a:cs typeface="+mn-cs"/>
                        </a:rPr>
                        <a:t>R1.4 Data Perkiraan</a:t>
                      </a:r>
                      <a:r>
                        <a:rPr lang="en-US" sz="1600" b="0" i="1" u="none" strike="noStrike" kern="1200" baseline="0" dirty="0">
                          <a:solidFill>
                            <a:schemeClr val="dk1"/>
                          </a:solidFill>
                          <a:latin typeface="+mn-lt"/>
                          <a:ea typeface="+mn-ea"/>
                          <a:cs typeface="+mn-cs"/>
                        </a:rPr>
                        <a:t> </a:t>
                      </a:r>
                      <a:r>
                        <a:rPr lang="id-ID" sz="1600" b="0" i="1" u="none" strike="noStrike" kern="1200" baseline="0" dirty="0">
                          <a:solidFill>
                            <a:schemeClr val="dk1"/>
                          </a:solidFill>
                          <a:latin typeface="+mn-lt"/>
                          <a:ea typeface="+mn-ea"/>
                          <a:cs typeface="+mn-cs"/>
                        </a:rPr>
                        <a:t>Biaya</a:t>
                      </a:r>
                    </a:p>
                    <a:p>
                      <a:r>
                        <a:rPr lang="id-ID" sz="1600" b="0" i="1" u="none" strike="noStrike" kern="1200" baseline="0" dirty="0">
                          <a:solidFill>
                            <a:schemeClr val="dk1"/>
                          </a:solidFill>
                          <a:latin typeface="+mn-lt"/>
                          <a:ea typeface="+mn-ea"/>
                          <a:cs typeface="+mn-cs"/>
                        </a:rPr>
                        <a:t>R1.5 Data Likuidasi</a:t>
                      </a:r>
                      <a:r>
                        <a:rPr lang="en-US" sz="1600" b="0" i="1" u="none" strike="noStrike" kern="1200" baseline="0" dirty="0">
                          <a:solidFill>
                            <a:schemeClr val="dk1"/>
                          </a:solidFill>
                          <a:latin typeface="+mn-lt"/>
                          <a:ea typeface="+mn-ea"/>
                          <a:cs typeface="+mn-cs"/>
                        </a:rPr>
                        <a:t> </a:t>
                      </a:r>
                      <a:r>
                        <a:rPr lang="id-ID" sz="1600" b="0" i="1" u="none" strike="noStrike" kern="1200" baseline="0" dirty="0">
                          <a:solidFill>
                            <a:schemeClr val="dk1"/>
                          </a:solidFill>
                          <a:latin typeface="+mn-lt"/>
                          <a:ea typeface="+mn-ea"/>
                          <a:cs typeface="+mn-cs"/>
                        </a:rPr>
                        <a:t>Aset</a:t>
                      </a:r>
                      <a:r>
                        <a:rPr lang="en-US" sz="1600" b="0" i="1" u="none" strike="noStrike" kern="1200" baseline="0" dirty="0">
                          <a:solidFill>
                            <a:schemeClr val="dk1"/>
                          </a:solidFill>
                          <a:latin typeface="+mn-lt"/>
                          <a:ea typeface="+mn-ea"/>
                          <a:cs typeface="+mn-cs"/>
                        </a:rPr>
                        <a:t> </a:t>
                      </a:r>
                      <a:r>
                        <a:rPr lang="id-ID" sz="1600" b="0" i="1" u="none" strike="noStrike" kern="1200" baseline="0" dirty="0">
                          <a:solidFill>
                            <a:schemeClr val="dk1"/>
                          </a:solidFill>
                          <a:latin typeface="+mn-lt"/>
                          <a:ea typeface="+mn-ea"/>
                          <a:cs typeface="+mn-cs"/>
                        </a:rPr>
                        <a:t>Jelek(Bad </a:t>
                      </a:r>
                      <a:r>
                        <a:rPr lang="id-ID" sz="1600" b="0" i="1" u="none" strike="noStrike" kern="1200" baseline="0" dirty="0" err="1">
                          <a:solidFill>
                            <a:schemeClr val="dk1"/>
                          </a:solidFill>
                          <a:latin typeface="+mn-lt"/>
                          <a:ea typeface="+mn-ea"/>
                          <a:cs typeface="+mn-cs"/>
                        </a:rPr>
                        <a:t>Asset</a:t>
                      </a:r>
                      <a:r>
                        <a:rPr lang="id-ID" sz="1600" b="0" i="1" u="none" strike="noStrike" kern="1200" baseline="0" dirty="0">
                          <a:solidFill>
                            <a:schemeClr val="dk1"/>
                          </a:solidFill>
                          <a:latin typeface="+mn-lt"/>
                          <a:ea typeface="+mn-ea"/>
                          <a:cs typeface="+mn-cs"/>
                        </a:rPr>
                        <a:t>)</a:t>
                      </a:r>
                    </a:p>
                    <a:p>
                      <a:r>
                        <a:rPr lang="id-ID" sz="1600" b="0" i="1" u="none" strike="noStrike" kern="1200" baseline="0" dirty="0">
                          <a:solidFill>
                            <a:schemeClr val="dk1"/>
                          </a:solidFill>
                          <a:latin typeface="+mn-lt"/>
                          <a:ea typeface="+mn-ea"/>
                          <a:cs typeface="+mn-cs"/>
                        </a:rPr>
                        <a:t>R1.6 Data Pemenuhan</a:t>
                      </a:r>
                      <a:r>
                        <a:rPr lang="en-US" sz="1600" b="0" i="1" u="none" strike="noStrike" kern="1200" baseline="0" dirty="0">
                          <a:solidFill>
                            <a:schemeClr val="dk1"/>
                          </a:solidFill>
                          <a:latin typeface="+mn-lt"/>
                          <a:ea typeface="+mn-ea"/>
                          <a:cs typeface="+mn-cs"/>
                        </a:rPr>
                        <a:t> </a:t>
                      </a:r>
                      <a:r>
                        <a:rPr lang="id-ID" sz="1600" b="0" i="1" u="none" strike="noStrike" kern="1200" baseline="0" dirty="0">
                          <a:solidFill>
                            <a:schemeClr val="dk1"/>
                          </a:solidFill>
                          <a:latin typeface="+mn-lt"/>
                          <a:ea typeface="+mn-ea"/>
                          <a:cs typeface="+mn-cs"/>
                        </a:rPr>
                        <a:t>KPMM</a:t>
                      </a:r>
                    </a:p>
                    <a:p>
                      <a:r>
                        <a:rPr lang="id-ID" sz="1600" b="0" i="1" u="none" strike="noStrike" kern="1200" baseline="0" dirty="0">
                          <a:solidFill>
                            <a:schemeClr val="dk1"/>
                          </a:solidFill>
                          <a:latin typeface="+mn-lt"/>
                          <a:ea typeface="+mn-ea"/>
                          <a:cs typeface="+mn-cs"/>
                        </a:rPr>
                        <a:t>R1.7 Data Divestasi</a:t>
                      </a:r>
                    </a:p>
                    <a:p>
                      <a:r>
                        <a:rPr lang="id-ID" sz="1600" b="0" i="1" u="none" strike="noStrike" kern="1200" baseline="0" dirty="0">
                          <a:solidFill>
                            <a:schemeClr val="dk1"/>
                          </a:solidFill>
                          <a:latin typeface="+mn-lt"/>
                          <a:ea typeface="+mn-ea"/>
                          <a:cs typeface="+mn-cs"/>
                        </a:rPr>
                        <a:t>R1.8</a:t>
                      </a:r>
                      <a:r>
                        <a:rPr lang="en-US" sz="1600" b="0" i="1" u="none" strike="noStrike" kern="1200" baseline="0" dirty="0">
                          <a:solidFill>
                            <a:schemeClr val="dk1"/>
                          </a:solidFill>
                          <a:latin typeface="+mn-lt"/>
                          <a:ea typeface="+mn-ea"/>
                          <a:cs typeface="+mn-cs"/>
                        </a:rPr>
                        <a:t> </a:t>
                      </a:r>
                      <a:r>
                        <a:rPr lang="id-ID" sz="1600" b="0" i="1" u="none" strike="noStrike" kern="1200" baseline="0" dirty="0">
                          <a:solidFill>
                            <a:schemeClr val="dk1"/>
                          </a:solidFill>
                          <a:latin typeface="+mn-lt"/>
                          <a:ea typeface="+mn-ea"/>
                          <a:cs typeface="+mn-cs"/>
                        </a:rPr>
                        <a:t>Hasil Perhitungan</a:t>
                      </a:r>
                      <a:r>
                        <a:rPr lang="en-US" sz="1600" b="0" i="1" u="none" strike="noStrike" kern="1200" baseline="0" dirty="0">
                          <a:solidFill>
                            <a:schemeClr val="dk1"/>
                          </a:solidFill>
                          <a:latin typeface="+mn-lt"/>
                          <a:ea typeface="+mn-ea"/>
                          <a:cs typeface="+mn-cs"/>
                        </a:rPr>
                        <a:t> </a:t>
                      </a:r>
                      <a:r>
                        <a:rPr lang="id-ID" sz="1600" b="0" i="1" u="none" strike="noStrike" kern="1200" baseline="0" dirty="0" err="1">
                          <a:solidFill>
                            <a:schemeClr val="dk1"/>
                          </a:solidFill>
                          <a:latin typeface="+mn-lt"/>
                          <a:ea typeface="+mn-ea"/>
                          <a:cs typeface="+mn-cs"/>
                        </a:rPr>
                        <a:t>Least</a:t>
                      </a:r>
                      <a:r>
                        <a:rPr lang="id-ID" sz="1600" b="0" i="1" u="none" strike="noStrike" kern="1200" baseline="0" dirty="0">
                          <a:solidFill>
                            <a:schemeClr val="dk1"/>
                          </a:solidFill>
                          <a:latin typeface="+mn-lt"/>
                          <a:ea typeface="+mn-ea"/>
                          <a:cs typeface="+mn-cs"/>
                        </a:rPr>
                        <a:t> </a:t>
                      </a:r>
                      <a:r>
                        <a:rPr lang="id-ID" sz="1600" b="0" i="1" u="none" strike="noStrike" kern="1200" baseline="0" dirty="0" err="1">
                          <a:solidFill>
                            <a:schemeClr val="dk1"/>
                          </a:solidFill>
                          <a:latin typeface="+mn-lt"/>
                          <a:ea typeface="+mn-ea"/>
                          <a:cs typeface="+mn-cs"/>
                        </a:rPr>
                        <a:t>Cost</a:t>
                      </a:r>
                      <a:r>
                        <a:rPr lang="id-ID" sz="1600" b="0" i="1" u="none" strike="noStrike" kern="1200" baseline="0" dirty="0">
                          <a:solidFill>
                            <a:schemeClr val="dk1"/>
                          </a:solidFill>
                          <a:latin typeface="+mn-lt"/>
                          <a:ea typeface="+mn-ea"/>
                          <a:cs typeface="+mn-cs"/>
                        </a:rPr>
                        <a:t> </a:t>
                      </a:r>
                      <a:r>
                        <a:rPr lang="id-ID" sz="1600" b="0" i="1" u="none" strike="noStrike" kern="1200" baseline="0" dirty="0" err="1">
                          <a:solidFill>
                            <a:schemeClr val="dk1"/>
                          </a:solidFill>
                          <a:latin typeface="+mn-lt"/>
                          <a:ea typeface="+mn-ea"/>
                          <a:cs typeface="+mn-cs"/>
                        </a:rPr>
                        <a:t>Test</a:t>
                      </a:r>
                      <a:r>
                        <a:rPr lang="en-US" sz="1600" b="0" i="0" u="none" strike="noStrike" kern="1200" baseline="0">
                          <a:solidFill>
                            <a:schemeClr val="dk1"/>
                          </a:solidFill>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1" u="none" strike="noStrike" kern="1200" baseline="0">
                          <a:solidFill>
                            <a:schemeClr val="dk1"/>
                          </a:solidFill>
                          <a:latin typeface="+mn-lt"/>
                          <a:ea typeface="+mn-ea"/>
                          <a:cs typeface="+mn-cs"/>
                        </a:rPr>
                        <a:t>R1.9 Pendukung Perhitungan LCT</a:t>
                      </a:r>
                      <a:endParaRPr lang="en-US" sz="1600" b="0" i="0" u="none" strike="noStrike" kern="1200" baseline="0">
                        <a:solidFill>
                          <a:schemeClr val="dk1"/>
                        </a:solidFill>
                        <a:latin typeface="+mn-lt"/>
                        <a:ea typeface="+mn-ea"/>
                        <a:cs typeface="+mn-cs"/>
                      </a:endParaRPr>
                    </a:p>
                  </a:txBody>
                  <a:tcPr/>
                </a:tc>
                <a:tc>
                  <a:txBody>
                    <a:bodyPr/>
                    <a:lstStyle/>
                    <a:p>
                      <a:r>
                        <a:rPr lang="id-ID" sz="1600" b="0" i="0" u="none" strike="noStrike" kern="1200" baseline="0" dirty="0">
                          <a:solidFill>
                            <a:schemeClr val="dk1"/>
                          </a:solidFill>
                          <a:latin typeface="+mn-lt"/>
                          <a:ea typeface="+mn-ea"/>
                          <a:cs typeface="+mn-cs"/>
                        </a:rPr>
                        <a:t>Informasi yang mencakup</a:t>
                      </a:r>
                      <a:r>
                        <a:rPr lang="en-US" sz="1600" b="0" i="0" u="none" strike="noStrike" kern="1200" baseline="0" dirty="0">
                          <a:solidFill>
                            <a:schemeClr val="dk1"/>
                          </a:solidFill>
                          <a:latin typeface="+mn-lt"/>
                          <a:ea typeface="+mn-ea"/>
                          <a:cs typeface="+mn-cs"/>
                        </a:rPr>
                        <a:t> </a:t>
                      </a:r>
                      <a:r>
                        <a:rPr lang="id-ID" sz="1600" b="0" i="0" u="none" strike="noStrike" kern="1200" baseline="0" dirty="0" err="1">
                          <a:solidFill>
                            <a:schemeClr val="dk1"/>
                          </a:solidFill>
                          <a:latin typeface="+mn-lt"/>
                          <a:ea typeface="+mn-ea"/>
                          <a:cs typeface="+mn-cs"/>
                        </a:rPr>
                        <a:t>rincian</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analisis</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untuk menentukan</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metode</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resolusi</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yang akan</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diterapkan</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pada</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bank gagal</a:t>
                      </a:r>
                    </a:p>
                  </a:txBody>
                  <a:tcPr/>
                </a:tc>
                <a:extLst>
                  <a:ext uri="{0D108BD9-81ED-4DB2-BD59-A6C34878D82A}">
                    <a16:rowId xmlns:a16="http://schemas.microsoft.com/office/drawing/2014/main" val="41346235"/>
                  </a:ext>
                </a:extLst>
              </a:tr>
              <a:tr h="985830">
                <a:tc>
                  <a:txBody>
                    <a:bodyPr/>
                    <a:lstStyle/>
                    <a:p>
                      <a:r>
                        <a:rPr lang="en-US" sz="1600" dirty="0"/>
                        <a:t>Data Bank </a:t>
                      </a:r>
                      <a:r>
                        <a:rPr lang="en-US" sz="1600" dirty="0" err="1"/>
                        <a:t>Gagal</a:t>
                      </a:r>
                      <a:endParaRPr lang="id-ID" sz="1600" dirty="0"/>
                    </a:p>
                  </a:txBody>
                  <a:tcPr/>
                </a:tc>
                <a:tc>
                  <a:txBody>
                    <a:bodyPr/>
                    <a:lstStyle/>
                    <a:p>
                      <a:r>
                        <a:rPr lang="en-US" sz="1600" b="0" i="1" u="none" strike="noStrike" kern="1200" baseline="0" dirty="0">
                          <a:solidFill>
                            <a:schemeClr val="dk1"/>
                          </a:solidFill>
                          <a:latin typeface="+mn-lt"/>
                          <a:ea typeface="+mn-ea"/>
                          <a:cs typeface="+mn-cs"/>
                        </a:rPr>
                        <a:t>R2.1 </a:t>
                      </a:r>
                      <a:r>
                        <a:rPr lang="en-US" sz="1600" b="0" i="1" u="none" strike="noStrike" kern="1200" baseline="0" dirty="0" err="1">
                          <a:solidFill>
                            <a:schemeClr val="dk1"/>
                          </a:solidFill>
                          <a:latin typeface="+mn-lt"/>
                          <a:ea typeface="+mn-ea"/>
                          <a:cs typeface="+mn-cs"/>
                        </a:rPr>
                        <a:t>Profil</a:t>
                      </a:r>
                      <a:r>
                        <a:rPr lang="en-US" sz="1600" b="0" i="1" u="none" strike="noStrike" kern="1200" baseline="0" dirty="0">
                          <a:solidFill>
                            <a:schemeClr val="dk1"/>
                          </a:solidFill>
                          <a:latin typeface="+mn-lt"/>
                          <a:ea typeface="+mn-ea"/>
                          <a:cs typeface="+mn-cs"/>
                        </a:rPr>
                        <a:t> Bank </a:t>
                      </a:r>
                      <a:r>
                        <a:rPr lang="en-US" sz="1600" b="0" i="1" u="none" strike="noStrike" kern="1200" baseline="0" dirty="0" err="1">
                          <a:solidFill>
                            <a:schemeClr val="dk1"/>
                          </a:solidFill>
                          <a:latin typeface="+mn-lt"/>
                          <a:ea typeface="+mn-ea"/>
                          <a:cs typeface="+mn-cs"/>
                        </a:rPr>
                        <a:t>Gagal</a:t>
                      </a:r>
                      <a:endParaRPr lang="en-US" sz="1600" b="0" i="1" u="none" strike="noStrike" kern="1200" baseline="0" dirty="0">
                        <a:solidFill>
                          <a:schemeClr val="dk1"/>
                        </a:solidFill>
                        <a:latin typeface="+mn-lt"/>
                        <a:ea typeface="+mn-ea"/>
                        <a:cs typeface="+mn-cs"/>
                      </a:endParaRPr>
                    </a:p>
                    <a:p>
                      <a:r>
                        <a:rPr lang="en-US" sz="1600" b="0" i="1" u="none" strike="noStrike" kern="1200" baseline="0" dirty="0">
                          <a:solidFill>
                            <a:schemeClr val="dk1"/>
                          </a:solidFill>
                          <a:latin typeface="+mn-lt"/>
                          <a:ea typeface="+mn-ea"/>
                          <a:cs typeface="+mn-cs"/>
                        </a:rPr>
                        <a:t>R2.2 </a:t>
                      </a:r>
                      <a:r>
                        <a:rPr lang="en-US" sz="1600" b="0" i="1" u="none" strike="noStrike" kern="1200" baseline="0" dirty="0" err="1">
                          <a:solidFill>
                            <a:schemeClr val="dk1"/>
                          </a:solidFill>
                          <a:latin typeface="+mn-lt"/>
                          <a:ea typeface="+mn-ea"/>
                          <a:cs typeface="+mn-cs"/>
                        </a:rPr>
                        <a:t>Informasi</a:t>
                      </a:r>
                      <a:r>
                        <a:rPr lang="en-US" sz="1600" b="0" i="1" u="none" strike="noStrike" kern="1200" baseline="0" dirty="0">
                          <a:solidFill>
                            <a:schemeClr val="dk1"/>
                          </a:solidFill>
                          <a:latin typeface="+mn-lt"/>
                          <a:ea typeface="+mn-ea"/>
                          <a:cs typeface="+mn-cs"/>
                        </a:rPr>
                        <a:t> </a:t>
                      </a:r>
                      <a:r>
                        <a:rPr lang="en-US" sz="1600" b="0" i="1" u="none" strike="noStrike" kern="1200" baseline="0" dirty="0" err="1">
                          <a:solidFill>
                            <a:schemeClr val="dk1"/>
                          </a:solidFill>
                          <a:latin typeface="+mn-lt"/>
                          <a:ea typeface="+mn-ea"/>
                          <a:cs typeface="+mn-cs"/>
                        </a:rPr>
                        <a:t>Keuangan</a:t>
                      </a:r>
                      <a:r>
                        <a:rPr lang="en-US" sz="1600" b="0" i="1" u="none" strike="noStrike" kern="1200" baseline="0" dirty="0">
                          <a:solidFill>
                            <a:schemeClr val="dk1"/>
                          </a:solidFill>
                          <a:latin typeface="+mn-lt"/>
                          <a:ea typeface="+mn-ea"/>
                          <a:cs typeface="+mn-cs"/>
                        </a:rPr>
                        <a:t> Bank </a:t>
                      </a:r>
                      <a:r>
                        <a:rPr lang="en-US" sz="1600" b="0" i="1" u="none" strike="noStrike" kern="1200" baseline="0" dirty="0" err="1">
                          <a:solidFill>
                            <a:schemeClr val="dk1"/>
                          </a:solidFill>
                          <a:latin typeface="+mn-lt"/>
                          <a:ea typeface="+mn-ea"/>
                          <a:cs typeface="+mn-cs"/>
                        </a:rPr>
                        <a:t>Gagal</a:t>
                      </a:r>
                      <a:endParaRPr lang="en-US" sz="1600" b="0" i="1" u="none" strike="noStrike" kern="1200" baseline="0" dirty="0">
                        <a:solidFill>
                          <a:schemeClr val="dk1"/>
                        </a:solidFill>
                        <a:latin typeface="+mn-lt"/>
                        <a:ea typeface="+mn-ea"/>
                        <a:cs typeface="+mn-cs"/>
                      </a:endParaRPr>
                    </a:p>
                    <a:p>
                      <a:r>
                        <a:rPr lang="en-US" sz="1600" b="0" i="1" u="none" strike="noStrike" kern="1200" baseline="0" dirty="0">
                          <a:solidFill>
                            <a:schemeClr val="dk1"/>
                          </a:solidFill>
                          <a:latin typeface="+mn-lt"/>
                          <a:ea typeface="+mn-ea"/>
                          <a:cs typeface="+mn-cs"/>
                        </a:rPr>
                        <a:t>R2.3 Data </a:t>
                      </a:r>
                      <a:r>
                        <a:rPr lang="en-US" sz="1600" b="0" i="1" u="none" strike="noStrike" kern="1200" baseline="0" dirty="0" err="1">
                          <a:solidFill>
                            <a:schemeClr val="dk1"/>
                          </a:solidFill>
                          <a:latin typeface="+mn-lt"/>
                          <a:ea typeface="+mn-ea"/>
                          <a:cs typeface="+mn-cs"/>
                        </a:rPr>
                        <a:t>Nasabah</a:t>
                      </a:r>
                      <a:endParaRPr lang="en-US" sz="1600" b="0" i="1" u="none" strike="noStrike" kern="1200" baseline="0" dirty="0">
                        <a:solidFill>
                          <a:schemeClr val="dk1"/>
                        </a:solidFill>
                        <a:latin typeface="+mn-lt"/>
                        <a:ea typeface="+mn-ea"/>
                        <a:cs typeface="+mn-cs"/>
                      </a:endParaRPr>
                    </a:p>
                    <a:p>
                      <a:r>
                        <a:rPr lang="en-US" sz="1600" b="0" i="1" u="none" strike="noStrike" kern="1200" baseline="0" dirty="0">
                          <a:solidFill>
                            <a:schemeClr val="dk1"/>
                          </a:solidFill>
                          <a:latin typeface="+mn-lt"/>
                          <a:ea typeface="+mn-ea"/>
                          <a:cs typeface="+mn-cs"/>
                        </a:rPr>
                        <a:t>R2.4 Data </a:t>
                      </a:r>
                      <a:r>
                        <a:rPr lang="en-US" sz="1600" b="0" i="1" u="none" strike="noStrike" kern="1200" baseline="0" dirty="0" err="1">
                          <a:solidFill>
                            <a:schemeClr val="dk1"/>
                          </a:solidFill>
                          <a:latin typeface="+mn-lt"/>
                          <a:ea typeface="+mn-ea"/>
                          <a:cs typeface="+mn-cs"/>
                        </a:rPr>
                        <a:t>Rekening</a:t>
                      </a:r>
                      <a:endParaRPr lang="en-US" sz="1600" b="0" i="1" u="none" strike="noStrike" kern="1200" baseline="0" dirty="0">
                        <a:solidFill>
                          <a:schemeClr val="dk1"/>
                        </a:solidFill>
                        <a:latin typeface="+mn-lt"/>
                        <a:ea typeface="+mn-ea"/>
                        <a:cs typeface="+mn-cs"/>
                      </a:endParaRPr>
                    </a:p>
                    <a:p>
                      <a:r>
                        <a:rPr lang="en-US" sz="1600" b="0" i="1" u="none" strike="noStrike" kern="1200" baseline="0" dirty="0">
                          <a:solidFill>
                            <a:schemeClr val="dk1"/>
                          </a:solidFill>
                          <a:latin typeface="+mn-lt"/>
                          <a:ea typeface="+mn-ea"/>
                          <a:cs typeface="+mn-cs"/>
                        </a:rPr>
                        <a:t>R2.5 Data </a:t>
                      </a:r>
                      <a:r>
                        <a:rPr lang="en-US" sz="1600" b="0" i="1" u="none" strike="noStrike" kern="1200" baseline="0" dirty="0" err="1">
                          <a:solidFill>
                            <a:schemeClr val="dk1"/>
                          </a:solidFill>
                          <a:latin typeface="+mn-lt"/>
                          <a:ea typeface="+mn-ea"/>
                          <a:cs typeface="+mn-cs"/>
                        </a:rPr>
                        <a:t>Aset</a:t>
                      </a:r>
                      <a:endParaRPr lang="en-US" sz="1600" b="0" i="1" u="none" strike="noStrike" kern="1200" baseline="0" dirty="0">
                        <a:solidFill>
                          <a:schemeClr val="dk1"/>
                        </a:solidFill>
                        <a:latin typeface="+mn-lt"/>
                        <a:ea typeface="+mn-ea"/>
                        <a:cs typeface="+mn-cs"/>
                      </a:endParaRPr>
                    </a:p>
                    <a:p>
                      <a:r>
                        <a:rPr lang="en-US" sz="1600" b="0" i="1" u="none" strike="noStrike" kern="1200" baseline="0" dirty="0">
                          <a:solidFill>
                            <a:schemeClr val="dk1"/>
                          </a:solidFill>
                          <a:latin typeface="+mn-lt"/>
                          <a:ea typeface="+mn-ea"/>
                          <a:cs typeface="+mn-cs"/>
                        </a:rPr>
                        <a:t>R2.6 Data Tim </a:t>
                      </a:r>
                      <a:r>
                        <a:rPr lang="en-US" sz="1600" b="0" i="1" u="none" strike="noStrike" kern="1200" baseline="0" dirty="0" err="1">
                          <a:solidFill>
                            <a:schemeClr val="dk1"/>
                          </a:solidFill>
                          <a:latin typeface="+mn-lt"/>
                          <a:ea typeface="+mn-ea"/>
                          <a:cs typeface="+mn-cs"/>
                        </a:rPr>
                        <a:t>Likuidasi</a:t>
                      </a:r>
                      <a:endParaRPr lang="id-ID" sz="1600" b="0" i="0" u="none" strike="noStrike" kern="1200" baseline="0" dirty="0">
                        <a:solidFill>
                          <a:schemeClr val="dk1"/>
                        </a:solidFill>
                        <a:latin typeface="+mn-lt"/>
                        <a:ea typeface="+mn-ea"/>
                        <a:cs typeface="+mn-cs"/>
                      </a:endParaRPr>
                    </a:p>
                  </a:txBody>
                  <a:tcPr/>
                </a:tc>
                <a:tc>
                  <a:txBody>
                    <a:bodyPr/>
                    <a:lstStyle/>
                    <a:p>
                      <a:r>
                        <a:rPr lang="id-ID" sz="1600" b="0" i="0" u="none" strike="noStrike" kern="1200" baseline="0" dirty="0">
                          <a:solidFill>
                            <a:schemeClr val="dk1"/>
                          </a:solidFill>
                          <a:latin typeface="+mn-lt"/>
                          <a:ea typeface="+mn-ea"/>
                          <a:cs typeface="+mn-cs"/>
                        </a:rPr>
                        <a:t>Informasi yang mencakup </a:t>
                      </a:r>
                      <a:r>
                        <a:rPr lang="id-ID" sz="1600" b="0" i="0" u="none" strike="noStrike" kern="1200" baseline="0" dirty="0" err="1">
                          <a:solidFill>
                            <a:schemeClr val="dk1"/>
                          </a:solidFill>
                          <a:latin typeface="+mn-lt"/>
                          <a:ea typeface="+mn-ea"/>
                          <a:cs typeface="+mn-cs"/>
                        </a:rPr>
                        <a:t>rincian</a:t>
                      </a:r>
                      <a:r>
                        <a:rPr lang="id-ID" sz="1600" b="0" i="0" u="none" strike="noStrike" kern="1200" baseline="0" dirty="0">
                          <a:solidFill>
                            <a:schemeClr val="dk1"/>
                          </a:solidFill>
                          <a:latin typeface="+mn-lt"/>
                          <a:ea typeface="+mn-ea"/>
                          <a:cs typeface="+mn-cs"/>
                        </a:rPr>
                        <a:t> informasi Bank Dalam Likuidasi (data</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administrasi, finansial, simpanan, pinjaman, aset)</a:t>
                      </a:r>
                    </a:p>
                  </a:txBody>
                  <a:tcPr/>
                </a:tc>
                <a:extLst>
                  <a:ext uri="{0D108BD9-81ED-4DB2-BD59-A6C34878D82A}">
                    <a16:rowId xmlns:a16="http://schemas.microsoft.com/office/drawing/2014/main" val="2660656725"/>
                  </a:ext>
                </a:extLst>
              </a:tr>
              <a:tr h="985830">
                <a:tc>
                  <a:txBody>
                    <a:bodyPr/>
                    <a:lstStyle/>
                    <a:p>
                      <a:r>
                        <a:rPr lang="en-US" sz="1600" dirty="0"/>
                        <a:t>Data </a:t>
                      </a:r>
                      <a:r>
                        <a:rPr lang="en-US" sz="1600" dirty="0" err="1"/>
                        <a:t>Penawaran</a:t>
                      </a:r>
                      <a:endParaRPr lang="id-ID" sz="1600" dirty="0"/>
                    </a:p>
                  </a:txBody>
                  <a:tcPr/>
                </a:tc>
                <a:tc>
                  <a:txBody>
                    <a:bodyPr/>
                    <a:lstStyle/>
                    <a:p>
                      <a:r>
                        <a:rPr lang="pt-BR" sz="1600" b="0" i="1" u="none" strike="noStrike" kern="1200" baseline="0" dirty="0">
                          <a:solidFill>
                            <a:schemeClr val="dk1"/>
                          </a:solidFill>
                          <a:latin typeface="+mn-lt"/>
                          <a:ea typeface="+mn-ea"/>
                          <a:cs typeface="+mn-cs"/>
                        </a:rPr>
                        <a:t>R3.1 Daftar Investor Potensial</a:t>
                      </a:r>
                    </a:p>
                    <a:p>
                      <a:r>
                        <a:rPr lang="pt-BR" sz="1600" b="0" i="1" u="none" strike="noStrike" kern="1200" baseline="0" dirty="0">
                          <a:solidFill>
                            <a:schemeClr val="dk1"/>
                          </a:solidFill>
                          <a:latin typeface="+mn-lt"/>
                          <a:ea typeface="+mn-ea"/>
                          <a:cs typeface="+mn-cs"/>
                        </a:rPr>
                        <a:t>R3.2 Profil Individual Investor</a:t>
                      </a:r>
                    </a:p>
                    <a:p>
                      <a:r>
                        <a:rPr lang="pt-BR" sz="1600" b="0" i="1" u="none" strike="noStrike" kern="1200" baseline="0" dirty="0">
                          <a:solidFill>
                            <a:schemeClr val="dk1"/>
                          </a:solidFill>
                          <a:latin typeface="+mn-lt"/>
                          <a:ea typeface="+mn-ea"/>
                          <a:cs typeface="+mn-cs"/>
                        </a:rPr>
                        <a:t>R3.3 Proposal Penawaran</a:t>
                      </a:r>
                    </a:p>
                    <a:p>
                      <a:r>
                        <a:rPr lang="pt-BR" sz="1600" b="0" i="1" u="none" strike="noStrike" kern="1200" baseline="0" dirty="0">
                          <a:solidFill>
                            <a:schemeClr val="dk1"/>
                          </a:solidFill>
                          <a:latin typeface="+mn-lt"/>
                          <a:ea typeface="+mn-ea"/>
                          <a:cs typeface="+mn-cs"/>
                        </a:rPr>
                        <a:t>R3.4 Informasi Penawaran Dari Investor</a:t>
                      </a:r>
                    </a:p>
                    <a:p>
                      <a:r>
                        <a:rPr lang="pt-BR" sz="1600" b="0" i="1" u="none" strike="noStrike" kern="1200" baseline="0" dirty="0">
                          <a:solidFill>
                            <a:schemeClr val="dk1"/>
                          </a:solidFill>
                          <a:latin typeface="+mn-lt"/>
                          <a:ea typeface="+mn-ea"/>
                          <a:cs typeface="+mn-cs"/>
                        </a:rPr>
                        <a:t>R3.5 Informasi Penawaran Akhir</a:t>
                      </a:r>
                      <a:endParaRPr lang="id-ID" sz="1600" b="0" i="0" u="none" strike="noStrike" kern="1200" baseline="0" dirty="0">
                        <a:solidFill>
                          <a:schemeClr val="dk1"/>
                        </a:solidFill>
                        <a:latin typeface="+mn-lt"/>
                        <a:ea typeface="+mn-ea"/>
                        <a:cs typeface="+mn-cs"/>
                      </a:endParaRPr>
                    </a:p>
                  </a:txBody>
                  <a:tcPr/>
                </a:tc>
                <a:tc>
                  <a:txBody>
                    <a:bodyPr/>
                    <a:lstStyle/>
                    <a:p>
                      <a:r>
                        <a:rPr lang="id-ID" sz="1600" b="0" i="0" u="none" strike="noStrike" kern="1200" baseline="0" dirty="0">
                          <a:solidFill>
                            <a:schemeClr val="dk1"/>
                          </a:solidFill>
                          <a:latin typeface="+mn-lt"/>
                          <a:ea typeface="+mn-ea"/>
                          <a:cs typeface="+mn-cs"/>
                        </a:rPr>
                        <a:t>Informasi yang mencakup </a:t>
                      </a:r>
                      <a:r>
                        <a:rPr lang="id-ID" sz="1600" b="0" i="0" u="none" strike="noStrike" kern="1200" baseline="0" dirty="0" err="1">
                          <a:solidFill>
                            <a:schemeClr val="dk1"/>
                          </a:solidFill>
                          <a:latin typeface="+mn-lt"/>
                          <a:ea typeface="+mn-ea"/>
                          <a:cs typeface="+mn-cs"/>
                        </a:rPr>
                        <a:t>rincian</a:t>
                      </a:r>
                      <a:r>
                        <a:rPr lang="id-ID" sz="1600" b="0" i="0" u="none" strike="noStrike" kern="1200" baseline="0" dirty="0">
                          <a:solidFill>
                            <a:schemeClr val="dk1"/>
                          </a:solidFill>
                          <a:latin typeface="+mn-lt"/>
                          <a:ea typeface="+mn-ea"/>
                          <a:cs typeface="+mn-cs"/>
                        </a:rPr>
                        <a:t> investor yang berminat</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beserta informasi penawaran aset yang dilakukan LPS maupun penawaran aset oleh investor</a:t>
                      </a:r>
                    </a:p>
                  </a:txBody>
                  <a:tcPr/>
                </a:tc>
                <a:extLst>
                  <a:ext uri="{0D108BD9-81ED-4DB2-BD59-A6C34878D82A}">
                    <a16:rowId xmlns:a16="http://schemas.microsoft.com/office/drawing/2014/main" val="3507786937"/>
                  </a:ext>
                </a:extLst>
              </a:tr>
            </a:tbl>
          </a:graphicData>
        </a:graphic>
      </p:graphicFrame>
    </p:spTree>
    <p:extLst>
      <p:ext uri="{BB962C8B-B14F-4D97-AF65-F5344CB8AC3E}">
        <p14:creationId xmlns:p14="http://schemas.microsoft.com/office/powerpoint/2010/main" val="13624655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443866" y="270355"/>
            <a:ext cx="7927974" cy="655042"/>
          </a:xfrm>
        </p:spPr>
        <p:txBody>
          <a:bodyPr>
            <a:noAutofit/>
          </a:bodyPr>
          <a:lstStyle/>
          <a:p>
            <a:pPr algn="l"/>
            <a:r>
              <a:rPr lang="en-US" sz="2800" dirty="0" err="1">
                <a:latin typeface="Segoe UI" panose="020B0502040204020203" pitchFamily="34" charset="0"/>
                <a:ea typeface="Segoe UI" panose="020B0502040204020203" pitchFamily="34" charset="0"/>
                <a:cs typeface="Segoe UI" panose="020B0502040204020203" pitchFamily="34" charset="0"/>
              </a:rPr>
              <a:t>Komponen</a:t>
            </a:r>
            <a:r>
              <a:rPr lang="en-US" sz="2800" dirty="0">
                <a:latin typeface="Segoe UI" panose="020B0502040204020203" pitchFamily="34" charset="0"/>
                <a:ea typeface="Segoe UI" panose="020B0502040204020203" pitchFamily="34" charset="0"/>
                <a:cs typeface="Segoe UI" panose="020B0502040204020203" pitchFamily="34" charset="0"/>
              </a:rPr>
              <a:t> Data Utama Pada Domain </a:t>
            </a:r>
            <a:r>
              <a:rPr lang="en-US" sz="2800" dirty="0" err="1">
                <a:latin typeface="Segoe UI" panose="020B0502040204020203" pitchFamily="34" charset="0"/>
                <a:ea typeface="Segoe UI" panose="020B0502040204020203" pitchFamily="34" charset="0"/>
                <a:cs typeface="Segoe UI" panose="020B0502040204020203" pitchFamily="34" charset="0"/>
              </a:rPr>
              <a:t>Informasi</a:t>
            </a:r>
            <a:r>
              <a:rPr lang="en-US" sz="2800" dirty="0">
                <a:latin typeface="Segoe UI" panose="020B0502040204020203" pitchFamily="34" charset="0"/>
                <a:ea typeface="Segoe UI" panose="020B0502040204020203" pitchFamily="34" charset="0"/>
                <a:cs typeface="Segoe UI" panose="020B0502040204020203" pitchFamily="34" charset="0"/>
              </a:rPr>
              <a:t> di LPS – Data </a:t>
            </a:r>
            <a:r>
              <a:rPr lang="en-US" sz="2800" dirty="0" err="1">
                <a:latin typeface="Segoe UI" panose="020B0502040204020203" pitchFamily="34" charset="0"/>
                <a:ea typeface="Segoe UI" panose="020B0502040204020203" pitchFamily="34" charset="0"/>
                <a:cs typeface="Segoe UI" panose="020B0502040204020203" pitchFamily="34" charset="0"/>
              </a:rPr>
              <a:t>Resolusi</a:t>
            </a:r>
            <a:r>
              <a:rPr lang="en-US" sz="2800" dirty="0">
                <a:latin typeface="Segoe UI" panose="020B0502040204020203" pitchFamily="34" charset="0"/>
                <a:ea typeface="Segoe UI" panose="020B0502040204020203" pitchFamily="34" charset="0"/>
                <a:cs typeface="Segoe UI" panose="020B0502040204020203" pitchFamily="34" charset="0"/>
              </a:rPr>
              <a:t> (2)</a:t>
            </a:r>
          </a:p>
        </p:txBody>
      </p:sp>
      <p:graphicFrame>
        <p:nvGraphicFramePr>
          <p:cNvPr id="2" name="Table 4">
            <a:extLst>
              <a:ext uri="{FF2B5EF4-FFF2-40B4-BE49-F238E27FC236}">
                <a16:creationId xmlns:a16="http://schemas.microsoft.com/office/drawing/2014/main" id="{097C5DA6-8855-416A-810E-EF5CA4B398DB}"/>
              </a:ext>
            </a:extLst>
          </p:cNvPr>
          <p:cNvGraphicFramePr>
            <a:graphicFrameLocks noGrp="1"/>
          </p:cNvGraphicFramePr>
          <p:nvPr/>
        </p:nvGraphicFramePr>
        <p:xfrm>
          <a:off x="318408" y="1247095"/>
          <a:ext cx="11740243" cy="4804403"/>
        </p:xfrm>
        <a:graphic>
          <a:graphicData uri="http://schemas.openxmlformats.org/drawingml/2006/table">
            <a:tbl>
              <a:tblPr firstRow="1" bandRow="1">
                <a:tableStyleId>{1FECB4D8-DB02-4DC6-A0A2-4F2EBAE1DC90}</a:tableStyleId>
              </a:tblPr>
              <a:tblGrid>
                <a:gridCol w="1600199">
                  <a:extLst>
                    <a:ext uri="{9D8B030D-6E8A-4147-A177-3AD203B41FA5}">
                      <a16:colId xmlns:a16="http://schemas.microsoft.com/office/drawing/2014/main" val="2807335590"/>
                    </a:ext>
                  </a:extLst>
                </a:gridCol>
                <a:gridCol w="5404758">
                  <a:extLst>
                    <a:ext uri="{9D8B030D-6E8A-4147-A177-3AD203B41FA5}">
                      <a16:colId xmlns:a16="http://schemas.microsoft.com/office/drawing/2014/main" val="758460675"/>
                    </a:ext>
                  </a:extLst>
                </a:gridCol>
                <a:gridCol w="4735286">
                  <a:extLst>
                    <a:ext uri="{9D8B030D-6E8A-4147-A177-3AD203B41FA5}">
                      <a16:colId xmlns:a16="http://schemas.microsoft.com/office/drawing/2014/main" val="627879671"/>
                    </a:ext>
                  </a:extLst>
                </a:gridCol>
              </a:tblGrid>
              <a:tr h="557213">
                <a:tc>
                  <a:txBody>
                    <a:bodyPr/>
                    <a:lstStyle/>
                    <a:p>
                      <a:endParaRPr lang="id-ID" sz="1600"/>
                    </a:p>
                  </a:txBody>
                  <a:tcPr/>
                </a:tc>
                <a:tc>
                  <a:txBody>
                    <a:bodyPr/>
                    <a:lstStyle/>
                    <a:p>
                      <a:r>
                        <a:rPr lang="en-US" sz="1600" dirty="0" err="1"/>
                        <a:t>Detil</a:t>
                      </a:r>
                      <a:r>
                        <a:rPr lang="en-US" sz="1600" dirty="0"/>
                        <a:t> </a:t>
                      </a:r>
                      <a:r>
                        <a:rPr lang="en-US" sz="1600" dirty="0" err="1"/>
                        <a:t>Komponen</a:t>
                      </a:r>
                      <a:r>
                        <a:rPr lang="en-US" sz="1600" dirty="0"/>
                        <a:t> Data</a:t>
                      </a:r>
                      <a:endParaRPr lang="id-ID" sz="1600" dirty="0"/>
                    </a:p>
                  </a:txBody>
                  <a:tcPr/>
                </a:tc>
                <a:tc>
                  <a:txBody>
                    <a:bodyPr/>
                    <a:lstStyle/>
                    <a:p>
                      <a:r>
                        <a:rPr lang="en-US" sz="1600" dirty="0" err="1"/>
                        <a:t>Keterangan</a:t>
                      </a:r>
                      <a:endParaRPr lang="id-ID" sz="1600" dirty="0"/>
                    </a:p>
                  </a:txBody>
                  <a:tcPr/>
                </a:tc>
                <a:extLst>
                  <a:ext uri="{0D108BD9-81ED-4DB2-BD59-A6C34878D82A}">
                    <a16:rowId xmlns:a16="http://schemas.microsoft.com/office/drawing/2014/main" val="4239943936"/>
                  </a:ext>
                </a:extLst>
              </a:tr>
              <a:tr h="985830">
                <a:tc>
                  <a:txBody>
                    <a:bodyPr/>
                    <a:lstStyle/>
                    <a:p>
                      <a:r>
                        <a:rPr lang="en-US" sz="1600" dirty="0"/>
                        <a:t>Data </a:t>
                      </a:r>
                      <a:r>
                        <a:rPr lang="en-US" sz="1600" dirty="0" err="1"/>
                        <a:t>Pelaksanaan</a:t>
                      </a:r>
                      <a:r>
                        <a:rPr lang="en-US" sz="1600" dirty="0"/>
                        <a:t> </a:t>
                      </a:r>
                      <a:r>
                        <a:rPr lang="en-US" sz="1600" dirty="0" err="1"/>
                        <a:t>Resolusi</a:t>
                      </a:r>
                      <a:endParaRPr lang="id-ID" sz="1600" dirty="0"/>
                    </a:p>
                  </a:txBody>
                  <a:tcPr/>
                </a:tc>
                <a:tc>
                  <a:txBody>
                    <a:bodyPr/>
                    <a:lstStyle/>
                    <a:p>
                      <a:r>
                        <a:rPr lang="id-ID" sz="1600" b="0" i="1" u="none" strike="noStrike" kern="1200" baseline="0" dirty="0">
                          <a:solidFill>
                            <a:schemeClr val="dk1"/>
                          </a:solidFill>
                          <a:latin typeface="+mn-lt"/>
                          <a:ea typeface="+mn-ea"/>
                          <a:cs typeface="+mn-cs"/>
                        </a:rPr>
                        <a:t>R4.1 Data Top </a:t>
                      </a:r>
                      <a:r>
                        <a:rPr lang="id-ID" sz="1600" b="0" i="1" u="none" strike="noStrike" kern="1200" baseline="0" dirty="0" err="1">
                          <a:solidFill>
                            <a:schemeClr val="dk1"/>
                          </a:solidFill>
                          <a:latin typeface="+mn-lt"/>
                          <a:ea typeface="+mn-ea"/>
                          <a:cs typeface="+mn-cs"/>
                        </a:rPr>
                        <a:t>Up</a:t>
                      </a:r>
                      <a:r>
                        <a:rPr lang="id-ID" sz="1600" b="0" i="1" u="none" strike="noStrike" kern="1200" baseline="0" dirty="0">
                          <a:solidFill>
                            <a:schemeClr val="dk1"/>
                          </a:solidFill>
                          <a:latin typeface="+mn-lt"/>
                          <a:ea typeface="+mn-ea"/>
                          <a:cs typeface="+mn-cs"/>
                        </a:rPr>
                        <a:t> Yang Dilakukan</a:t>
                      </a:r>
                    </a:p>
                    <a:p>
                      <a:r>
                        <a:rPr lang="id-ID" sz="1600" b="0" i="1" u="none" strike="noStrike" kern="1200" baseline="0" dirty="0">
                          <a:solidFill>
                            <a:schemeClr val="dk1"/>
                          </a:solidFill>
                          <a:latin typeface="+mn-lt"/>
                          <a:ea typeface="+mn-ea"/>
                          <a:cs typeface="+mn-cs"/>
                        </a:rPr>
                        <a:t>R4.2</a:t>
                      </a:r>
                      <a:r>
                        <a:rPr lang="en-US" sz="1600" b="0" i="1" u="none" strike="noStrike" kern="1200" baseline="0" dirty="0">
                          <a:solidFill>
                            <a:schemeClr val="dk1"/>
                          </a:solidFill>
                          <a:latin typeface="+mn-lt"/>
                          <a:ea typeface="+mn-ea"/>
                          <a:cs typeface="+mn-cs"/>
                        </a:rPr>
                        <a:t> </a:t>
                      </a:r>
                      <a:r>
                        <a:rPr lang="id-ID" sz="1600" b="0" i="1" u="none" strike="noStrike" kern="1200" baseline="0" dirty="0">
                          <a:solidFill>
                            <a:schemeClr val="dk1"/>
                          </a:solidFill>
                          <a:latin typeface="+mn-lt"/>
                          <a:ea typeface="+mn-ea"/>
                          <a:cs typeface="+mn-cs"/>
                        </a:rPr>
                        <a:t>Data Biaya</a:t>
                      </a:r>
                      <a:r>
                        <a:rPr lang="en-US" sz="1600" b="0" i="1" u="none" strike="noStrike" kern="1200" baseline="0" dirty="0">
                          <a:solidFill>
                            <a:schemeClr val="dk1"/>
                          </a:solidFill>
                          <a:latin typeface="+mn-lt"/>
                          <a:ea typeface="+mn-ea"/>
                          <a:cs typeface="+mn-cs"/>
                        </a:rPr>
                        <a:t> </a:t>
                      </a:r>
                      <a:r>
                        <a:rPr lang="id-ID" sz="1600" b="0" i="1" u="none" strike="noStrike" kern="1200" baseline="0" dirty="0">
                          <a:solidFill>
                            <a:schemeClr val="dk1"/>
                          </a:solidFill>
                          <a:latin typeface="+mn-lt"/>
                          <a:ea typeface="+mn-ea"/>
                          <a:cs typeface="+mn-cs"/>
                        </a:rPr>
                        <a:t>Resolusi</a:t>
                      </a:r>
                    </a:p>
                    <a:p>
                      <a:r>
                        <a:rPr lang="id-ID" sz="1600" b="0" i="1" u="none" strike="noStrike" kern="1200" baseline="0">
                          <a:solidFill>
                            <a:schemeClr val="dk1"/>
                          </a:solidFill>
                          <a:latin typeface="+mn-lt"/>
                          <a:ea typeface="+mn-ea"/>
                          <a:cs typeface="+mn-cs"/>
                        </a:rPr>
                        <a:t>R4.3 Data </a:t>
                      </a:r>
                      <a:r>
                        <a:rPr lang="en-US" sz="1600" b="0" i="1" u="none" strike="noStrike" kern="1200" baseline="0">
                          <a:solidFill>
                            <a:schemeClr val="dk1"/>
                          </a:solidFill>
                          <a:latin typeface="+mn-lt"/>
                          <a:ea typeface="+mn-ea"/>
                          <a:cs typeface="+mn-cs"/>
                        </a:rPr>
                        <a:t>Bankers</a:t>
                      </a:r>
                      <a:endParaRPr lang="id-ID" sz="1600" b="0" i="1" u="none" strike="noStrike" kern="1200" baseline="0">
                        <a:solidFill>
                          <a:schemeClr val="dk1"/>
                        </a:solidFill>
                        <a:latin typeface="+mn-lt"/>
                        <a:ea typeface="+mn-ea"/>
                        <a:cs typeface="+mn-cs"/>
                      </a:endParaRPr>
                    </a:p>
                    <a:p>
                      <a:r>
                        <a:rPr lang="id-ID" sz="1600" b="0" i="1" u="none" strike="noStrike" kern="1200" baseline="0">
                          <a:solidFill>
                            <a:schemeClr val="dk1"/>
                          </a:solidFill>
                          <a:latin typeface="+mn-lt"/>
                          <a:ea typeface="+mn-ea"/>
                          <a:cs typeface="+mn-cs"/>
                        </a:rPr>
                        <a:t>R4.4</a:t>
                      </a:r>
                      <a:r>
                        <a:rPr lang="en-US" sz="1600" b="0" i="1" u="none" strike="noStrike" kern="1200" baseline="0">
                          <a:solidFill>
                            <a:schemeClr val="dk1"/>
                          </a:solidFill>
                          <a:latin typeface="+mn-lt"/>
                          <a:ea typeface="+mn-ea"/>
                          <a:cs typeface="+mn-cs"/>
                        </a:rPr>
                        <a:t> </a:t>
                      </a:r>
                      <a:r>
                        <a:rPr lang="id-ID" sz="1600" b="0" i="1" u="none" strike="noStrike" kern="1200" baseline="0">
                          <a:solidFill>
                            <a:schemeClr val="dk1"/>
                          </a:solidFill>
                          <a:latin typeface="+mn-lt"/>
                          <a:ea typeface="+mn-ea"/>
                          <a:cs typeface="+mn-cs"/>
                        </a:rPr>
                        <a:t>Data Simpanan</a:t>
                      </a:r>
                      <a:r>
                        <a:rPr lang="en-US" sz="1600" b="0" i="1" u="none" strike="noStrike" kern="1200" baseline="0">
                          <a:solidFill>
                            <a:schemeClr val="dk1"/>
                          </a:solidFill>
                          <a:latin typeface="+mn-lt"/>
                          <a:ea typeface="+mn-ea"/>
                          <a:cs typeface="+mn-cs"/>
                        </a:rPr>
                        <a:t> </a:t>
                      </a:r>
                      <a:r>
                        <a:rPr lang="id-ID" sz="1600" b="0" i="1" u="none" strike="noStrike" kern="1200" baseline="0">
                          <a:solidFill>
                            <a:schemeClr val="dk1"/>
                          </a:solidFill>
                          <a:latin typeface="+mn-lt"/>
                          <a:ea typeface="+mn-ea"/>
                          <a:cs typeface="+mn-cs"/>
                        </a:rPr>
                        <a:t>Yang Dijamin</a:t>
                      </a:r>
                    </a:p>
                    <a:p>
                      <a:r>
                        <a:rPr lang="id-ID" sz="1600" b="0" i="1" u="none" strike="noStrike" kern="1200" baseline="0">
                          <a:solidFill>
                            <a:schemeClr val="dk1"/>
                          </a:solidFill>
                          <a:latin typeface="+mn-lt"/>
                          <a:ea typeface="+mn-ea"/>
                          <a:cs typeface="+mn-cs"/>
                        </a:rPr>
                        <a:t>R4.5 Data Penjualan</a:t>
                      </a:r>
                      <a:r>
                        <a:rPr lang="en-US" sz="1600" b="0" i="1" u="none" strike="noStrike" kern="1200" baseline="0">
                          <a:solidFill>
                            <a:schemeClr val="dk1"/>
                          </a:solidFill>
                          <a:latin typeface="+mn-lt"/>
                          <a:ea typeface="+mn-ea"/>
                          <a:cs typeface="+mn-cs"/>
                        </a:rPr>
                        <a:t> </a:t>
                      </a:r>
                      <a:r>
                        <a:rPr lang="id-ID" sz="1600" b="0" i="1" u="none" strike="noStrike" kern="1200" baseline="0">
                          <a:solidFill>
                            <a:schemeClr val="dk1"/>
                          </a:solidFill>
                          <a:latin typeface="+mn-lt"/>
                          <a:ea typeface="+mn-ea"/>
                          <a:cs typeface="+mn-cs"/>
                        </a:rPr>
                        <a:t>Aset</a:t>
                      </a:r>
                      <a:r>
                        <a:rPr lang="en-US" sz="1600" b="0" i="1" u="none" strike="noStrike" kern="1200" baseline="0">
                          <a:solidFill>
                            <a:schemeClr val="dk1"/>
                          </a:solidFill>
                          <a:latin typeface="+mn-lt"/>
                          <a:ea typeface="+mn-ea"/>
                          <a:cs typeface="+mn-cs"/>
                        </a:rPr>
                        <a:t> </a:t>
                      </a:r>
                      <a:r>
                        <a:rPr lang="id-ID" sz="1600" b="0" i="1" u="none" strike="noStrike" kern="1200" baseline="0">
                          <a:solidFill>
                            <a:schemeClr val="dk1"/>
                          </a:solidFill>
                          <a:latin typeface="+mn-lt"/>
                          <a:ea typeface="+mn-ea"/>
                          <a:cs typeface="+mn-cs"/>
                        </a:rPr>
                        <a:t>&amp; Kewajiban</a:t>
                      </a:r>
                      <a:r>
                        <a:rPr lang="en-US" sz="1600" b="0" i="1" u="none" strike="noStrike" kern="1200" baseline="0">
                          <a:solidFill>
                            <a:schemeClr val="dk1"/>
                          </a:solidFill>
                          <a:latin typeface="+mn-lt"/>
                          <a:ea typeface="+mn-ea"/>
                          <a:cs typeface="+mn-cs"/>
                        </a:rPr>
                        <a:t> </a:t>
                      </a:r>
                      <a:r>
                        <a:rPr lang="id-ID" sz="1600" b="0" i="1" u="none" strike="noStrike" kern="1200" baseline="0">
                          <a:solidFill>
                            <a:schemeClr val="dk1"/>
                          </a:solidFill>
                          <a:latin typeface="+mn-lt"/>
                          <a:ea typeface="+mn-ea"/>
                          <a:cs typeface="+mn-cs"/>
                        </a:rPr>
                        <a:t>Bank</a:t>
                      </a:r>
                    </a:p>
                    <a:p>
                      <a:r>
                        <a:rPr lang="id-ID" sz="1600" b="0" i="1" u="none" strike="noStrike" kern="1200" baseline="0">
                          <a:solidFill>
                            <a:schemeClr val="dk1"/>
                          </a:solidFill>
                          <a:latin typeface="+mn-lt"/>
                          <a:ea typeface="+mn-ea"/>
                          <a:cs typeface="+mn-cs"/>
                        </a:rPr>
                        <a:t>R4.6 Data </a:t>
                      </a:r>
                      <a:r>
                        <a:rPr lang="en-US" sz="1600" b="0" i="1" u="none" strike="noStrike" kern="1200" baseline="0">
                          <a:solidFill>
                            <a:schemeClr val="dk1"/>
                          </a:solidFill>
                          <a:latin typeface="+mn-lt"/>
                          <a:ea typeface="+mn-ea"/>
                          <a:cs typeface="+mn-cs"/>
                        </a:rPr>
                        <a:t>Paket </a:t>
                      </a:r>
                      <a:r>
                        <a:rPr lang="id-ID" sz="1600" b="0" i="1" u="none" strike="noStrike" kern="1200" baseline="0">
                          <a:solidFill>
                            <a:schemeClr val="dk1"/>
                          </a:solidFill>
                          <a:latin typeface="+mn-lt"/>
                          <a:ea typeface="+mn-ea"/>
                          <a:cs typeface="+mn-cs"/>
                        </a:rPr>
                        <a:t>Aset</a:t>
                      </a:r>
                      <a:r>
                        <a:rPr lang="en-US" sz="1600" b="0" i="1" u="none" strike="noStrike" kern="1200" baseline="0">
                          <a:solidFill>
                            <a:schemeClr val="dk1"/>
                          </a:solidFill>
                          <a:latin typeface="+mn-lt"/>
                          <a:ea typeface="+mn-ea"/>
                          <a:cs typeface="+mn-cs"/>
                        </a:rPr>
                        <a:t> </a:t>
                      </a:r>
                      <a:r>
                        <a:rPr lang="id-ID" sz="1600" b="0" i="1" u="none" strike="noStrike" kern="1200" baseline="0">
                          <a:solidFill>
                            <a:schemeClr val="dk1"/>
                          </a:solidFill>
                          <a:latin typeface="+mn-lt"/>
                          <a:ea typeface="+mn-ea"/>
                          <a:cs typeface="+mn-cs"/>
                        </a:rPr>
                        <a:t>&amp; Kewajiban</a:t>
                      </a:r>
                      <a:r>
                        <a:rPr lang="en-US" sz="1600" b="0" i="1" u="none" strike="noStrike" kern="1200" baseline="0">
                          <a:solidFill>
                            <a:schemeClr val="dk1"/>
                          </a:solidFill>
                          <a:latin typeface="+mn-lt"/>
                          <a:ea typeface="+mn-ea"/>
                          <a:cs typeface="+mn-cs"/>
                        </a:rPr>
                        <a:t> </a:t>
                      </a:r>
                      <a:r>
                        <a:rPr lang="id-ID" sz="1600" b="0" i="1" u="none" strike="noStrike" kern="1200" baseline="0">
                          <a:solidFill>
                            <a:schemeClr val="dk1"/>
                          </a:solidFill>
                          <a:latin typeface="+mn-lt"/>
                          <a:ea typeface="+mn-ea"/>
                          <a:cs typeface="+mn-cs"/>
                        </a:rPr>
                        <a:t>Bank</a:t>
                      </a:r>
                      <a:r>
                        <a:rPr lang="en-US" sz="1600" b="0" i="1" u="none" strike="noStrike" kern="1200" baseline="0">
                          <a:solidFill>
                            <a:schemeClr val="dk1"/>
                          </a:solidFill>
                          <a:latin typeface="+mn-lt"/>
                          <a:ea typeface="+mn-ea"/>
                          <a:cs typeface="+mn-cs"/>
                        </a:rPr>
                        <a:t> yang dialihkan</a:t>
                      </a:r>
                      <a:endParaRPr lang="id-ID" sz="1600" b="0" i="1" u="none" strike="noStrike" kern="1200" baseline="0">
                        <a:solidFill>
                          <a:schemeClr val="dk1"/>
                        </a:solidFill>
                        <a:latin typeface="+mn-lt"/>
                        <a:ea typeface="+mn-ea"/>
                        <a:cs typeface="+mn-cs"/>
                      </a:endParaRPr>
                    </a:p>
                    <a:p>
                      <a:r>
                        <a:rPr lang="id-ID" sz="1600" b="0" i="1" u="none" strike="noStrike" kern="1200" baseline="0">
                          <a:solidFill>
                            <a:schemeClr val="dk1"/>
                          </a:solidFill>
                          <a:latin typeface="+mn-lt"/>
                          <a:ea typeface="+mn-ea"/>
                          <a:cs typeface="+mn-cs"/>
                        </a:rPr>
                        <a:t>R4.7 </a:t>
                      </a:r>
                      <a:r>
                        <a:rPr lang="en-US" sz="1600" b="0" i="1" u="none" strike="noStrike" kern="1200" baseline="0">
                          <a:solidFill>
                            <a:schemeClr val="dk1"/>
                          </a:solidFill>
                          <a:latin typeface="+mn-lt"/>
                          <a:ea typeface="+mn-ea"/>
                          <a:cs typeface="+mn-cs"/>
                        </a:rPr>
                        <a:t>Daftar Pernyataan Minat Calon Bank Penerima</a:t>
                      </a:r>
                      <a:endParaRPr lang="id-ID" sz="1600" b="0" i="1" u="none" strike="noStrike" kern="1200" baseline="0">
                        <a:solidFill>
                          <a:schemeClr val="dk1"/>
                        </a:solidFill>
                        <a:latin typeface="+mn-lt"/>
                        <a:ea typeface="+mn-ea"/>
                        <a:cs typeface="+mn-cs"/>
                      </a:endParaRPr>
                    </a:p>
                    <a:p>
                      <a:r>
                        <a:rPr lang="id-ID" sz="1600" b="0" i="1" u="none" strike="noStrike" kern="1200" baseline="0">
                          <a:solidFill>
                            <a:schemeClr val="dk1"/>
                          </a:solidFill>
                          <a:latin typeface="+mn-lt"/>
                          <a:ea typeface="+mn-ea"/>
                          <a:cs typeface="+mn-cs"/>
                        </a:rPr>
                        <a:t>R4.8 Data Likuidasi Aset Jelek (Bad Asset)</a:t>
                      </a:r>
                    </a:p>
                    <a:p>
                      <a:r>
                        <a:rPr lang="id-ID" sz="1600" b="0" i="1" u="none" strike="noStrike" kern="1200" baseline="0">
                          <a:solidFill>
                            <a:schemeClr val="dk1"/>
                          </a:solidFill>
                          <a:latin typeface="+mn-lt"/>
                          <a:ea typeface="+mn-ea"/>
                          <a:cs typeface="+mn-cs"/>
                        </a:rPr>
                        <a:t>R4.9 Kinerja Bank yang Diselamatkan (OBA &amp; Bridge Bank)</a:t>
                      </a:r>
                    </a:p>
                    <a:p>
                      <a:r>
                        <a:rPr lang="id-ID" sz="1600" b="0" i="1" u="none" strike="noStrike" kern="1200" baseline="0">
                          <a:solidFill>
                            <a:schemeClr val="dk1"/>
                          </a:solidFill>
                          <a:latin typeface="+mn-lt"/>
                          <a:ea typeface="+mn-ea"/>
                          <a:cs typeface="+mn-cs"/>
                        </a:rPr>
                        <a:t>R4.10 Rencana Bisnis Bank yang Diselamatkan (OBA </a:t>
                      </a:r>
                      <a:endParaRPr lang="en-US" sz="1600" b="0" i="1" u="none" strike="noStrike" kern="1200" baseline="0">
                        <a:solidFill>
                          <a:schemeClr val="dk1"/>
                        </a:solidFill>
                        <a:latin typeface="+mn-lt"/>
                        <a:ea typeface="+mn-ea"/>
                        <a:cs typeface="+mn-cs"/>
                      </a:endParaRPr>
                    </a:p>
                    <a:p>
                      <a:r>
                        <a:rPr lang="id-ID" sz="1600" b="0" i="1" u="none" strike="noStrike" kern="1200" baseline="0">
                          <a:solidFill>
                            <a:schemeClr val="dk1"/>
                          </a:solidFill>
                          <a:latin typeface="+mn-lt"/>
                          <a:ea typeface="+mn-ea"/>
                          <a:cs typeface="+mn-cs"/>
                        </a:rPr>
                        <a:t>R4.1</a:t>
                      </a:r>
                      <a:r>
                        <a:rPr lang="en-US" sz="1600" b="0" i="1" u="none" strike="noStrike" kern="1200" baseline="0">
                          <a:solidFill>
                            <a:schemeClr val="dk1"/>
                          </a:solidFill>
                          <a:latin typeface="+mn-lt"/>
                          <a:ea typeface="+mn-ea"/>
                          <a:cs typeface="+mn-cs"/>
                        </a:rPr>
                        <a:t>1</a:t>
                      </a:r>
                      <a:r>
                        <a:rPr lang="id-ID" sz="1600" b="0" i="1" u="none" strike="noStrike" kern="1200" baseline="0">
                          <a:solidFill>
                            <a:schemeClr val="dk1"/>
                          </a:solidFill>
                          <a:latin typeface="+mn-lt"/>
                          <a:ea typeface="+mn-ea"/>
                          <a:cs typeface="+mn-cs"/>
                        </a:rPr>
                        <a:t> Data Kebutuhan Pemenuhan Modal Sesuai KPMM</a:t>
                      </a:r>
                    </a:p>
                    <a:p>
                      <a:pPr marL="0" marR="0" lvl="0" indent="0" algn="l" defTabSz="914400" rtl="0" eaLnBrk="1" fontAlgn="auto" latinLnBrk="0" hangingPunct="1">
                        <a:lnSpc>
                          <a:spcPct val="100000"/>
                        </a:lnSpc>
                        <a:spcBef>
                          <a:spcPts val="0"/>
                        </a:spcBef>
                        <a:spcAft>
                          <a:spcPts val="0"/>
                        </a:spcAft>
                        <a:buClrTx/>
                        <a:buSzTx/>
                        <a:buFontTx/>
                        <a:buNone/>
                        <a:tabLst/>
                        <a:defRPr/>
                      </a:pPr>
                      <a:r>
                        <a:rPr lang="id-ID" sz="1600" b="0" i="1" u="none" strike="noStrike" kern="1200" baseline="0">
                          <a:solidFill>
                            <a:schemeClr val="dk1"/>
                          </a:solidFill>
                          <a:latin typeface="+mn-lt"/>
                          <a:ea typeface="+mn-ea"/>
                          <a:cs typeface="+mn-cs"/>
                        </a:rPr>
                        <a:t>R4.1</a:t>
                      </a:r>
                      <a:r>
                        <a:rPr lang="en-US" sz="1600" b="0" i="1" u="none" strike="noStrike" kern="1200" baseline="0">
                          <a:solidFill>
                            <a:schemeClr val="dk1"/>
                          </a:solidFill>
                          <a:latin typeface="+mn-lt"/>
                          <a:ea typeface="+mn-ea"/>
                          <a:cs typeface="+mn-cs"/>
                        </a:rPr>
                        <a:t>2</a:t>
                      </a:r>
                      <a:r>
                        <a:rPr lang="id-ID" sz="1600" b="0" i="1" u="none" strike="noStrike" kern="1200" baseline="0">
                          <a:solidFill>
                            <a:schemeClr val="dk1"/>
                          </a:solidFill>
                          <a:latin typeface="+mn-lt"/>
                          <a:ea typeface="+mn-ea"/>
                          <a:cs typeface="+mn-cs"/>
                        </a:rPr>
                        <a:t> Data </a:t>
                      </a:r>
                      <a:r>
                        <a:rPr lang="en-US" sz="1600" b="0" i="1" u="none" strike="noStrike" kern="1200" baseline="0">
                          <a:solidFill>
                            <a:schemeClr val="dk1"/>
                          </a:solidFill>
                          <a:latin typeface="+mn-lt"/>
                          <a:ea typeface="+mn-ea"/>
                          <a:cs typeface="+mn-cs"/>
                        </a:rPr>
                        <a:t>Divestasi</a:t>
                      </a:r>
                      <a:endParaRPr lang="en-US" sz="1600" b="0" i="0" u="none" strike="noStrike" kern="1200" baseline="0">
                        <a:solidFill>
                          <a:schemeClr val="dk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id-ID" sz="1600" b="0" i="1" u="none" strike="noStrike" kern="1200" baseline="0">
                          <a:solidFill>
                            <a:schemeClr val="dk1"/>
                          </a:solidFill>
                          <a:latin typeface="+mn-lt"/>
                          <a:ea typeface="+mn-ea"/>
                          <a:cs typeface="+mn-cs"/>
                        </a:rPr>
                        <a:t>R4.1</a:t>
                      </a:r>
                      <a:r>
                        <a:rPr lang="en-US" sz="1600" b="0" i="1" u="none" strike="noStrike" kern="1200" baseline="0">
                          <a:solidFill>
                            <a:schemeClr val="dk1"/>
                          </a:solidFill>
                          <a:latin typeface="+mn-lt"/>
                          <a:ea typeface="+mn-ea"/>
                          <a:cs typeface="+mn-cs"/>
                        </a:rPr>
                        <a:t>2</a:t>
                      </a:r>
                      <a:r>
                        <a:rPr lang="id-ID" sz="1600" b="0" i="1" u="none" strike="noStrike" kern="1200" baseline="0">
                          <a:solidFill>
                            <a:schemeClr val="dk1"/>
                          </a:solidFill>
                          <a:latin typeface="+mn-lt"/>
                          <a:ea typeface="+mn-ea"/>
                          <a:cs typeface="+mn-cs"/>
                        </a:rPr>
                        <a:t> Data </a:t>
                      </a:r>
                      <a:r>
                        <a:rPr lang="en-US" sz="1600" b="0" i="1" u="none" strike="noStrike" kern="1200" baseline="0">
                          <a:solidFill>
                            <a:schemeClr val="dk1"/>
                          </a:solidFill>
                          <a:latin typeface="+mn-lt"/>
                          <a:ea typeface="+mn-ea"/>
                          <a:cs typeface="+mn-cs"/>
                        </a:rPr>
                        <a:t>Calon Bank Penerima</a:t>
                      </a:r>
                      <a:endParaRPr lang="en-US" sz="1600" b="0" i="0" u="none" strike="noStrike" kern="1200" baseline="0" dirty="0">
                        <a:solidFill>
                          <a:schemeClr val="dk1"/>
                        </a:solidFill>
                        <a:latin typeface="+mn-lt"/>
                        <a:ea typeface="+mn-ea"/>
                        <a:cs typeface="+mn-cs"/>
                      </a:endParaRPr>
                    </a:p>
                  </a:txBody>
                  <a:tcPr/>
                </a:tc>
                <a:tc>
                  <a:txBody>
                    <a:bodyPr/>
                    <a:lstStyle/>
                    <a:p>
                      <a:r>
                        <a:rPr lang="sv-SE" sz="1600" b="0" i="0" u="none" strike="noStrike" kern="1200" baseline="0" dirty="0">
                          <a:solidFill>
                            <a:schemeClr val="dk1"/>
                          </a:solidFill>
                          <a:latin typeface="+mn-lt"/>
                          <a:ea typeface="+mn-ea"/>
                          <a:cs typeface="+mn-cs"/>
                        </a:rPr>
                        <a:t>Informasi yangmencakup rincian pelaksanaan penyelamatan bank gagal melalui metode P&amp;A, Bridge Bank, ataupun OBA.</a:t>
                      </a:r>
                      <a:endParaRPr lang="id-ID" sz="1600" b="0" i="0" u="none" strike="noStrike" kern="1200" baseline="0" dirty="0">
                        <a:solidFill>
                          <a:schemeClr val="dk1"/>
                        </a:solidFill>
                        <a:latin typeface="+mn-lt"/>
                        <a:ea typeface="+mn-ea"/>
                        <a:cs typeface="+mn-cs"/>
                      </a:endParaRPr>
                    </a:p>
                  </a:txBody>
                  <a:tcPr/>
                </a:tc>
                <a:extLst>
                  <a:ext uri="{0D108BD9-81ED-4DB2-BD59-A6C34878D82A}">
                    <a16:rowId xmlns:a16="http://schemas.microsoft.com/office/drawing/2014/main" val="41346235"/>
                  </a:ext>
                </a:extLst>
              </a:tr>
              <a:tr h="985830">
                <a:tc>
                  <a:txBody>
                    <a:bodyPr/>
                    <a:lstStyle/>
                    <a:p>
                      <a:r>
                        <a:rPr lang="en-US" sz="1600" dirty="0"/>
                        <a:t>Data </a:t>
                      </a:r>
                      <a:r>
                        <a:rPr lang="en-US" sz="1600" dirty="0" err="1"/>
                        <a:t>Pengelolaan</a:t>
                      </a:r>
                      <a:r>
                        <a:rPr lang="en-US" sz="1600" dirty="0"/>
                        <a:t> </a:t>
                      </a:r>
                      <a:r>
                        <a:rPr lang="en-US" sz="1600" dirty="0" err="1"/>
                        <a:t>Aset</a:t>
                      </a:r>
                      <a:endParaRPr lang="id-ID" sz="1600" dirty="0"/>
                    </a:p>
                  </a:txBody>
                  <a:tcPr/>
                </a:tc>
                <a:tc>
                  <a:txBody>
                    <a:bodyPr/>
                    <a:lstStyle/>
                    <a:p>
                      <a:r>
                        <a:rPr lang="en-US" sz="1600" b="0" i="1" u="none" strike="noStrike" kern="1200" baseline="0" dirty="0">
                          <a:solidFill>
                            <a:schemeClr val="dk1"/>
                          </a:solidFill>
                          <a:latin typeface="+mn-lt"/>
                          <a:ea typeface="+mn-ea"/>
                          <a:cs typeface="+mn-cs"/>
                        </a:rPr>
                        <a:t>R5.1 </a:t>
                      </a:r>
                      <a:r>
                        <a:rPr lang="en-US" sz="1600" b="0" i="1" u="none" strike="noStrike" kern="1200" baseline="0" dirty="0" err="1">
                          <a:solidFill>
                            <a:schemeClr val="dk1"/>
                          </a:solidFill>
                          <a:latin typeface="+mn-lt"/>
                          <a:ea typeface="+mn-ea"/>
                          <a:cs typeface="+mn-cs"/>
                        </a:rPr>
                        <a:t>Informasi</a:t>
                      </a:r>
                      <a:r>
                        <a:rPr lang="en-US" sz="1600" b="0" i="1" u="none" strike="noStrike" kern="1200" baseline="0" dirty="0">
                          <a:solidFill>
                            <a:schemeClr val="dk1"/>
                          </a:solidFill>
                          <a:latin typeface="+mn-lt"/>
                          <a:ea typeface="+mn-ea"/>
                          <a:cs typeface="+mn-cs"/>
                        </a:rPr>
                        <a:t> </a:t>
                      </a:r>
                      <a:r>
                        <a:rPr lang="en-US" sz="1600" b="0" i="1" u="none" strike="noStrike" kern="1200" baseline="0" dirty="0" err="1">
                          <a:solidFill>
                            <a:schemeClr val="dk1"/>
                          </a:solidFill>
                          <a:latin typeface="+mn-lt"/>
                          <a:ea typeface="+mn-ea"/>
                          <a:cs typeface="+mn-cs"/>
                        </a:rPr>
                        <a:t>Pemetaan</a:t>
                      </a:r>
                      <a:r>
                        <a:rPr lang="en-US" sz="1600" b="0" i="1" u="none" strike="noStrike" kern="1200" baseline="0" dirty="0">
                          <a:solidFill>
                            <a:schemeClr val="dk1"/>
                          </a:solidFill>
                          <a:latin typeface="+mn-lt"/>
                          <a:ea typeface="+mn-ea"/>
                          <a:cs typeface="+mn-cs"/>
                        </a:rPr>
                        <a:t> </a:t>
                      </a:r>
                      <a:r>
                        <a:rPr lang="en-US" sz="1600" b="0" i="1" u="none" strike="noStrike" kern="1200" baseline="0" dirty="0" err="1">
                          <a:solidFill>
                            <a:schemeClr val="dk1"/>
                          </a:solidFill>
                          <a:latin typeface="+mn-lt"/>
                          <a:ea typeface="+mn-ea"/>
                          <a:cs typeface="+mn-cs"/>
                        </a:rPr>
                        <a:t>Aset</a:t>
                      </a:r>
                      <a:endParaRPr lang="en-US" sz="1600" b="0" i="1" u="none" strike="noStrike" kern="1200" baseline="0" dirty="0">
                        <a:solidFill>
                          <a:schemeClr val="dk1"/>
                        </a:solidFill>
                        <a:latin typeface="+mn-lt"/>
                        <a:ea typeface="+mn-ea"/>
                        <a:cs typeface="+mn-cs"/>
                      </a:endParaRPr>
                    </a:p>
                    <a:p>
                      <a:r>
                        <a:rPr lang="en-US" sz="1600" b="0" i="1" u="none" strike="noStrike" kern="1200" baseline="0" dirty="0">
                          <a:solidFill>
                            <a:schemeClr val="dk1"/>
                          </a:solidFill>
                          <a:latin typeface="+mn-lt"/>
                          <a:ea typeface="+mn-ea"/>
                          <a:cs typeface="+mn-cs"/>
                        </a:rPr>
                        <a:t>R5.2 </a:t>
                      </a:r>
                      <a:r>
                        <a:rPr lang="en-US" sz="1600" b="0" i="1" u="none" strike="noStrike" kern="1200" baseline="0" dirty="0" err="1">
                          <a:solidFill>
                            <a:schemeClr val="dk1"/>
                          </a:solidFill>
                          <a:latin typeface="+mn-lt"/>
                          <a:ea typeface="+mn-ea"/>
                          <a:cs typeface="+mn-cs"/>
                        </a:rPr>
                        <a:t>Informasi</a:t>
                      </a:r>
                      <a:r>
                        <a:rPr lang="en-US" sz="1600" b="0" i="1" u="none" strike="noStrike" kern="1200" baseline="0" dirty="0">
                          <a:solidFill>
                            <a:schemeClr val="dk1"/>
                          </a:solidFill>
                          <a:latin typeface="+mn-lt"/>
                          <a:ea typeface="+mn-ea"/>
                          <a:cs typeface="+mn-cs"/>
                        </a:rPr>
                        <a:t> </a:t>
                      </a:r>
                      <a:r>
                        <a:rPr lang="en-US" sz="1600" b="0" i="1" u="none" strike="noStrike" kern="1200" baseline="0" dirty="0" err="1">
                          <a:solidFill>
                            <a:schemeClr val="dk1"/>
                          </a:solidFill>
                          <a:latin typeface="+mn-lt"/>
                          <a:ea typeface="+mn-ea"/>
                          <a:cs typeface="+mn-cs"/>
                        </a:rPr>
                        <a:t>Penilaian</a:t>
                      </a:r>
                      <a:r>
                        <a:rPr lang="en-US" sz="1600" b="0" i="1" u="none" strike="noStrike" kern="1200" baseline="0" dirty="0">
                          <a:solidFill>
                            <a:schemeClr val="dk1"/>
                          </a:solidFill>
                          <a:latin typeface="+mn-lt"/>
                          <a:ea typeface="+mn-ea"/>
                          <a:cs typeface="+mn-cs"/>
                        </a:rPr>
                        <a:t> </a:t>
                      </a:r>
                      <a:r>
                        <a:rPr lang="en-US" sz="1600" b="0" i="1" u="none" strike="noStrike" kern="1200" baseline="0" dirty="0" err="1">
                          <a:solidFill>
                            <a:schemeClr val="dk1"/>
                          </a:solidFill>
                          <a:latin typeface="+mn-lt"/>
                          <a:ea typeface="+mn-ea"/>
                          <a:cs typeface="+mn-cs"/>
                        </a:rPr>
                        <a:t>Aset</a:t>
                      </a:r>
                      <a:endParaRPr lang="en-US" sz="1600" b="0" i="1" u="none" strike="noStrike" kern="1200" baseline="0" dirty="0">
                        <a:solidFill>
                          <a:schemeClr val="dk1"/>
                        </a:solidFill>
                        <a:latin typeface="+mn-lt"/>
                        <a:ea typeface="+mn-ea"/>
                        <a:cs typeface="+mn-cs"/>
                      </a:endParaRPr>
                    </a:p>
                    <a:p>
                      <a:r>
                        <a:rPr lang="en-US" sz="1600" b="0" i="1" u="none" strike="noStrike" kern="1200" baseline="0" dirty="0">
                          <a:solidFill>
                            <a:schemeClr val="dk1"/>
                          </a:solidFill>
                          <a:latin typeface="+mn-lt"/>
                          <a:ea typeface="+mn-ea"/>
                          <a:cs typeface="+mn-cs"/>
                        </a:rPr>
                        <a:t>R5.3 </a:t>
                      </a:r>
                      <a:r>
                        <a:rPr lang="en-US" sz="1600" b="0" i="1" u="none" strike="noStrike" kern="1200" baseline="0" dirty="0" err="1">
                          <a:solidFill>
                            <a:schemeClr val="dk1"/>
                          </a:solidFill>
                          <a:latin typeface="+mn-lt"/>
                          <a:ea typeface="+mn-ea"/>
                          <a:cs typeface="+mn-cs"/>
                        </a:rPr>
                        <a:t>Informasi</a:t>
                      </a:r>
                      <a:r>
                        <a:rPr lang="en-US" sz="1600" b="0" i="1" u="none" strike="noStrike" kern="1200" baseline="0" dirty="0">
                          <a:solidFill>
                            <a:schemeClr val="dk1"/>
                          </a:solidFill>
                          <a:latin typeface="+mn-lt"/>
                          <a:ea typeface="+mn-ea"/>
                          <a:cs typeface="+mn-cs"/>
                        </a:rPr>
                        <a:t> </a:t>
                      </a:r>
                      <a:r>
                        <a:rPr lang="en-US" sz="1600" b="0" i="1" u="none" strike="noStrike" kern="1200" baseline="0" dirty="0" err="1">
                          <a:solidFill>
                            <a:schemeClr val="dk1"/>
                          </a:solidFill>
                          <a:latin typeface="+mn-lt"/>
                          <a:ea typeface="+mn-ea"/>
                          <a:cs typeface="+mn-cs"/>
                        </a:rPr>
                        <a:t>Likuidasi</a:t>
                      </a:r>
                      <a:r>
                        <a:rPr lang="en-US" sz="1600" b="0" i="1" u="none" strike="noStrike" kern="1200" baseline="0" dirty="0">
                          <a:solidFill>
                            <a:schemeClr val="dk1"/>
                          </a:solidFill>
                          <a:latin typeface="+mn-lt"/>
                          <a:ea typeface="+mn-ea"/>
                          <a:cs typeface="+mn-cs"/>
                        </a:rPr>
                        <a:t> </a:t>
                      </a:r>
                      <a:r>
                        <a:rPr lang="en-US" sz="1600" b="0" i="1" u="none" strike="noStrike" kern="1200" baseline="0" dirty="0" err="1">
                          <a:solidFill>
                            <a:schemeClr val="dk1"/>
                          </a:solidFill>
                          <a:latin typeface="+mn-lt"/>
                          <a:ea typeface="+mn-ea"/>
                          <a:cs typeface="+mn-cs"/>
                        </a:rPr>
                        <a:t>Aset</a:t>
                      </a:r>
                      <a:endParaRPr lang="id-ID" sz="1600" b="0" i="0" u="none" strike="noStrike" kern="1200" baseline="0" dirty="0">
                        <a:solidFill>
                          <a:schemeClr val="dk1"/>
                        </a:solidFill>
                        <a:latin typeface="+mn-lt"/>
                        <a:ea typeface="+mn-ea"/>
                        <a:cs typeface="+mn-cs"/>
                      </a:endParaRPr>
                    </a:p>
                  </a:txBody>
                  <a:tcPr/>
                </a:tc>
                <a:tc>
                  <a:txBody>
                    <a:bodyPr/>
                    <a:lstStyle/>
                    <a:p>
                      <a:r>
                        <a:rPr lang="id-ID" sz="1600" b="0" i="0" u="none" strike="noStrike" kern="1200" baseline="0" dirty="0">
                          <a:solidFill>
                            <a:schemeClr val="dk1"/>
                          </a:solidFill>
                          <a:latin typeface="+mn-lt"/>
                          <a:ea typeface="+mn-ea"/>
                          <a:cs typeface="+mn-cs"/>
                        </a:rPr>
                        <a:t>Informasi yang mencakup </a:t>
                      </a:r>
                      <a:r>
                        <a:rPr lang="id-ID" sz="1600" b="0" i="0" u="none" strike="noStrike" kern="1200" baseline="0" dirty="0" err="1">
                          <a:solidFill>
                            <a:schemeClr val="dk1"/>
                          </a:solidFill>
                          <a:latin typeface="+mn-lt"/>
                          <a:ea typeface="+mn-ea"/>
                          <a:cs typeface="+mn-cs"/>
                        </a:rPr>
                        <a:t>rincian</a:t>
                      </a:r>
                      <a:r>
                        <a:rPr lang="id-ID" sz="1600" b="0" i="0" u="none" strike="noStrike" kern="1200" baseline="0" dirty="0">
                          <a:solidFill>
                            <a:schemeClr val="dk1"/>
                          </a:solidFill>
                          <a:latin typeface="+mn-lt"/>
                          <a:ea typeface="+mn-ea"/>
                          <a:cs typeface="+mn-cs"/>
                        </a:rPr>
                        <a:t> aset yang ditangani dan menjadi bagian dari LPS setelah proses likuidasi</a:t>
                      </a:r>
                    </a:p>
                  </a:txBody>
                  <a:tcPr/>
                </a:tc>
                <a:extLst>
                  <a:ext uri="{0D108BD9-81ED-4DB2-BD59-A6C34878D82A}">
                    <a16:rowId xmlns:a16="http://schemas.microsoft.com/office/drawing/2014/main" val="2660656725"/>
                  </a:ext>
                </a:extLst>
              </a:tr>
            </a:tbl>
          </a:graphicData>
        </a:graphic>
      </p:graphicFrame>
    </p:spTree>
    <p:extLst>
      <p:ext uri="{BB962C8B-B14F-4D97-AF65-F5344CB8AC3E}">
        <p14:creationId xmlns:p14="http://schemas.microsoft.com/office/powerpoint/2010/main" val="7221994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443866" y="270355"/>
            <a:ext cx="7927974" cy="655042"/>
          </a:xfrm>
        </p:spPr>
        <p:txBody>
          <a:bodyPr>
            <a:noAutofit/>
          </a:bodyPr>
          <a:lstStyle/>
          <a:p>
            <a:pPr algn="l"/>
            <a:r>
              <a:rPr lang="en-US" sz="2800" dirty="0" err="1">
                <a:latin typeface="Segoe UI" panose="020B0502040204020203" pitchFamily="34" charset="0"/>
                <a:ea typeface="Segoe UI" panose="020B0502040204020203" pitchFamily="34" charset="0"/>
                <a:cs typeface="Segoe UI" panose="020B0502040204020203" pitchFamily="34" charset="0"/>
              </a:rPr>
              <a:t>Komponen</a:t>
            </a:r>
            <a:r>
              <a:rPr lang="en-US" sz="2800" dirty="0">
                <a:latin typeface="Segoe UI" panose="020B0502040204020203" pitchFamily="34" charset="0"/>
                <a:ea typeface="Segoe UI" panose="020B0502040204020203" pitchFamily="34" charset="0"/>
                <a:cs typeface="Segoe UI" panose="020B0502040204020203" pitchFamily="34" charset="0"/>
              </a:rPr>
              <a:t> Data Utama Pada Domain </a:t>
            </a:r>
            <a:r>
              <a:rPr lang="en-US" sz="2800" dirty="0" err="1">
                <a:latin typeface="Segoe UI" panose="020B0502040204020203" pitchFamily="34" charset="0"/>
                <a:ea typeface="Segoe UI" panose="020B0502040204020203" pitchFamily="34" charset="0"/>
                <a:cs typeface="Segoe UI" panose="020B0502040204020203" pitchFamily="34" charset="0"/>
              </a:rPr>
              <a:t>Informasi</a:t>
            </a:r>
            <a:r>
              <a:rPr lang="en-US" sz="2800" dirty="0">
                <a:latin typeface="Segoe UI" panose="020B0502040204020203" pitchFamily="34" charset="0"/>
                <a:ea typeface="Segoe UI" panose="020B0502040204020203" pitchFamily="34" charset="0"/>
                <a:cs typeface="Segoe UI" panose="020B0502040204020203" pitchFamily="34" charset="0"/>
              </a:rPr>
              <a:t> di LPS – Data </a:t>
            </a:r>
            <a:r>
              <a:rPr lang="en-US" sz="2800" dirty="0" err="1">
                <a:latin typeface="Segoe UI" panose="020B0502040204020203" pitchFamily="34" charset="0"/>
                <a:ea typeface="Segoe UI" panose="020B0502040204020203" pitchFamily="34" charset="0"/>
                <a:cs typeface="Segoe UI" panose="020B0502040204020203" pitchFamily="34" charset="0"/>
              </a:rPr>
              <a:t>Resolusi</a:t>
            </a:r>
            <a:r>
              <a:rPr lang="en-US" sz="2800" dirty="0">
                <a:latin typeface="Segoe UI" panose="020B0502040204020203" pitchFamily="34" charset="0"/>
                <a:ea typeface="Segoe UI" panose="020B0502040204020203" pitchFamily="34" charset="0"/>
                <a:cs typeface="Segoe UI" panose="020B0502040204020203" pitchFamily="34" charset="0"/>
              </a:rPr>
              <a:t> (3)</a:t>
            </a:r>
          </a:p>
        </p:txBody>
      </p:sp>
      <p:graphicFrame>
        <p:nvGraphicFramePr>
          <p:cNvPr id="2" name="Table 4">
            <a:extLst>
              <a:ext uri="{FF2B5EF4-FFF2-40B4-BE49-F238E27FC236}">
                <a16:creationId xmlns:a16="http://schemas.microsoft.com/office/drawing/2014/main" id="{097C5DA6-8855-416A-810E-EF5CA4B398DB}"/>
              </a:ext>
            </a:extLst>
          </p:cNvPr>
          <p:cNvGraphicFramePr>
            <a:graphicFrameLocks noGrp="1"/>
          </p:cNvGraphicFramePr>
          <p:nvPr/>
        </p:nvGraphicFramePr>
        <p:xfrm>
          <a:off x="242811" y="1197806"/>
          <a:ext cx="11740243" cy="5139683"/>
        </p:xfrm>
        <a:graphic>
          <a:graphicData uri="http://schemas.openxmlformats.org/drawingml/2006/table">
            <a:tbl>
              <a:tblPr firstRow="1" bandRow="1">
                <a:tableStyleId>{1FECB4D8-DB02-4DC6-A0A2-4F2EBAE1DC90}</a:tableStyleId>
              </a:tblPr>
              <a:tblGrid>
                <a:gridCol w="1600199">
                  <a:extLst>
                    <a:ext uri="{9D8B030D-6E8A-4147-A177-3AD203B41FA5}">
                      <a16:colId xmlns:a16="http://schemas.microsoft.com/office/drawing/2014/main" val="2807335590"/>
                    </a:ext>
                  </a:extLst>
                </a:gridCol>
                <a:gridCol w="5404758">
                  <a:extLst>
                    <a:ext uri="{9D8B030D-6E8A-4147-A177-3AD203B41FA5}">
                      <a16:colId xmlns:a16="http://schemas.microsoft.com/office/drawing/2014/main" val="758460675"/>
                    </a:ext>
                  </a:extLst>
                </a:gridCol>
                <a:gridCol w="4735286">
                  <a:extLst>
                    <a:ext uri="{9D8B030D-6E8A-4147-A177-3AD203B41FA5}">
                      <a16:colId xmlns:a16="http://schemas.microsoft.com/office/drawing/2014/main" val="627879671"/>
                    </a:ext>
                  </a:extLst>
                </a:gridCol>
              </a:tblGrid>
              <a:tr h="557213">
                <a:tc>
                  <a:txBody>
                    <a:bodyPr/>
                    <a:lstStyle/>
                    <a:p>
                      <a:endParaRPr lang="id-ID" sz="1600"/>
                    </a:p>
                  </a:txBody>
                  <a:tcPr/>
                </a:tc>
                <a:tc>
                  <a:txBody>
                    <a:bodyPr/>
                    <a:lstStyle/>
                    <a:p>
                      <a:r>
                        <a:rPr lang="en-US" sz="1600" dirty="0" err="1"/>
                        <a:t>Detil</a:t>
                      </a:r>
                      <a:r>
                        <a:rPr lang="en-US" sz="1600" dirty="0"/>
                        <a:t> </a:t>
                      </a:r>
                      <a:r>
                        <a:rPr lang="en-US" sz="1600" dirty="0" err="1"/>
                        <a:t>Komponen</a:t>
                      </a:r>
                      <a:r>
                        <a:rPr lang="en-US" sz="1600" dirty="0"/>
                        <a:t> Data</a:t>
                      </a:r>
                      <a:endParaRPr lang="id-ID" sz="1600" dirty="0"/>
                    </a:p>
                  </a:txBody>
                  <a:tcPr/>
                </a:tc>
                <a:tc>
                  <a:txBody>
                    <a:bodyPr/>
                    <a:lstStyle/>
                    <a:p>
                      <a:r>
                        <a:rPr lang="en-US" sz="1600" dirty="0" err="1"/>
                        <a:t>Keterangan</a:t>
                      </a:r>
                      <a:endParaRPr lang="id-ID" sz="1600" dirty="0"/>
                    </a:p>
                  </a:txBody>
                  <a:tcPr/>
                </a:tc>
                <a:extLst>
                  <a:ext uri="{0D108BD9-81ED-4DB2-BD59-A6C34878D82A}">
                    <a16:rowId xmlns:a16="http://schemas.microsoft.com/office/drawing/2014/main" val="4239943936"/>
                  </a:ext>
                </a:extLst>
              </a:tr>
              <a:tr h="1053865">
                <a:tc>
                  <a:txBody>
                    <a:bodyPr/>
                    <a:lstStyle/>
                    <a:p>
                      <a:r>
                        <a:rPr lang="en-US" sz="1600" dirty="0"/>
                        <a:t>Data </a:t>
                      </a:r>
                      <a:r>
                        <a:rPr lang="en-US" sz="1600" dirty="0" err="1"/>
                        <a:t>Klaim</a:t>
                      </a:r>
                      <a:endParaRPr lang="id-ID" sz="1600" dirty="0"/>
                    </a:p>
                  </a:txBody>
                  <a:tcPr/>
                </a:tc>
                <a:tc>
                  <a:txBody>
                    <a:bodyPr/>
                    <a:lstStyle/>
                    <a:p>
                      <a:r>
                        <a:rPr lang="id-ID" sz="1600" b="0" i="1" u="none" strike="noStrike" kern="1200" baseline="0" dirty="0">
                          <a:solidFill>
                            <a:schemeClr val="dk1"/>
                          </a:solidFill>
                          <a:latin typeface="+mn-lt"/>
                          <a:ea typeface="+mn-ea"/>
                          <a:cs typeface="+mn-cs"/>
                        </a:rPr>
                        <a:t>R6.1 </a:t>
                      </a:r>
                      <a:r>
                        <a:rPr lang="id-ID" sz="1600" b="0" i="1" u="none" strike="noStrike" kern="1200" baseline="0" dirty="0" err="1">
                          <a:solidFill>
                            <a:schemeClr val="dk1"/>
                          </a:solidFill>
                          <a:latin typeface="+mn-lt"/>
                          <a:ea typeface="+mn-ea"/>
                          <a:cs typeface="+mn-cs"/>
                        </a:rPr>
                        <a:t>Rincian</a:t>
                      </a:r>
                      <a:r>
                        <a:rPr lang="en-US" sz="1600" b="0" i="1" u="none" strike="noStrike" kern="1200" baseline="0" dirty="0">
                          <a:solidFill>
                            <a:schemeClr val="dk1"/>
                          </a:solidFill>
                          <a:latin typeface="+mn-lt"/>
                          <a:ea typeface="+mn-ea"/>
                          <a:cs typeface="+mn-cs"/>
                        </a:rPr>
                        <a:t> </a:t>
                      </a:r>
                      <a:r>
                        <a:rPr lang="id-ID" sz="1600" b="0" i="1" u="none" strike="noStrike" kern="1200" baseline="0" dirty="0">
                          <a:solidFill>
                            <a:schemeClr val="dk1"/>
                          </a:solidFill>
                          <a:latin typeface="+mn-lt"/>
                          <a:ea typeface="+mn-ea"/>
                          <a:cs typeface="+mn-cs"/>
                        </a:rPr>
                        <a:t>Data Nasabah</a:t>
                      </a:r>
                    </a:p>
                    <a:p>
                      <a:r>
                        <a:rPr lang="id-ID" sz="1600" b="0" i="1" u="none" strike="noStrike" kern="1200" baseline="0" dirty="0">
                          <a:solidFill>
                            <a:schemeClr val="dk1"/>
                          </a:solidFill>
                          <a:latin typeface="+mn-lt"/>
                          <a:ea typeface="+mn-ea"/>
                          <a:cs typeface="+mn-cs"/>
                        </a:rPr>
                        <a:t>R6.2</a:t>
                      </a:r>
                      <a:r>
                        <a:rPr lang="en-US" sz="1600" b="0" i="1" u="none" strike="noStrike" kern="1200" baseline="0" dirty="0">
                          <a:solidFill>
                            <a:schemeClr val="dk1"/>
                          </a:solidFill>
                          <a:latin typeface="+mn-lt"/>
                          <a:ea typeface="+mn-ea"/>
                          <a:cs typeface="+mn-cs"/>
                        </a:rPr>
                        <a:t> </a:t>
                      </a:r>
                      <a:r>
                        <a:rPr lang="id-ID" sz="1600" b="0" i="1" u="none" strike="noStrike" kern="1200" baseline="0" dirty="0" err="1">
                          <a:solidFill>
                            <a:schemeClr val="dk1"/>
                          </a:solidFill>
                          <a:latin typeface="+mn-lt"/>
                          <a:ea typeface="+mn-ea"/>
                          <a:cs typeface="+mn-cs"/>
                        </a:rPr>
                        <a:t>Rincian</a:t>
                      </a:r>
                      <a:r>
                        <a:rPr lang="en-US" sz="1600" b="0" i="1" u="none" strike="noStrike" kern="1200" baseline="0" dirty="0">
                          <a:solidFill>
                            <a:schemeClr val="dk1"/>
                          </a:solidFill>
                          <a:latin typeface="+mn-lt"/>
                          <a:ea typeface="+mn-ea"/>
                          <a:cs typeface="+mn-cs"/>
                        </a:rPr>
                        <a:t> </a:t>
                      </a:r>
                      <a:r>
                        <a:rPr lang="id-ID" sz="1600" b="0" i="1" u="none" strike="noStrike" kern="1200" baseline="0" dirty="0">
                          <a:solidFill>
                            <a:schemeClr val="dk1"/>
                          </a:solidFill>
                          <a:latin typeface="+mn-lt"/>
                          <a:ea typeface="+mn-ea"/>
                          <a:cs typeface="+mn-cs"/>
                        </a:rPr>
                        <a:t>Data Rekening</a:t>
                      </a:r>
                    </a:p>
                    <a:p>
                      <a:r>
                        <a:rPr lang="id-ID" sz="1600" b="0" i="1" u="none" strike="noStrike" kern="1200" baseline="0" dirty="0">
                          <a:solidFill>
                            <a:schemeClr val="dk1"/>
                          </a:solidFill>
                          <a:latin typeface="+mn-lt"/>
                          <a:ea typeface="+mn-ea"/>
                          <a:cs typeface="+mn-cs"/>
                        </a:rPr>
                        <a:t>R6.3</a:t>
                      </a:r>
                      <a:r>
                        <a:rPr lang="en-US" sz="1600" b="0" i="1" u="none" strike="noStrike" kern="1200" baseline="0" dirty="0">
                          <a:solidFill>
                            <a:schemeClr val="dk1"/>
                          </a:solidFill>
                          <a:latin typeface="+mn-lt"/>
                          <a:ea typeface="+mn-ea"/>
                          <a:cs typeface="+mn-cs"/>
                        </a:rPr>
                        <a:t> </a:t>
                      </a:r>
                      <a:r>
                        <a:rPr lang="id-ID" sz="1600" b="0" i="1" u="none" strike="noStrike" kern="1200" baseline="0" dirty="0" err="1">
                          <a:solidFill>
                            <a:schemeClr val="dk1"/>
                          </a:solidFill>
                          <a:latin typeface="+mn-lt"/>
                          <a:ea typeface="+mn-ea"/>
                          <a:cs typeface="+mn-cs"/>
                        </a:rPr>
                        <a:t>Rincian</a:t>
                      </a:r>
                      <a:r>
                        <a:rPr lang="en-US" sz="1600" b="0" i="1" u="none" strike="noStrike" kern="1200" baseline="0" dirty="0">
                          <a:solidFill>
                            <a:schemeClr val="dk1"/>
                          </a:solidFill>
                          <a:latin typeface="+mn-lt"/>
                          <a:ea typeface="+mn-ea"/>
                          <a:cs typeface="+mn-cs"/>
                        </a:rPr>
                        <a:t> </a:t>
                      </a:r>
                      <a:r>
                        <a:rPr lang="id-ID" sz="1600" b="0" i="1" u="none" strike="noStrike" kern="1200" baseline="0" dirty="0">
                          <a:solidFill>
                            <a:schemeClr val="dk1"/>
                          </a:solidFill>
                          <a:latin typeface="+mn-lt"/>
                          <a:ea typeface="+mn-ea"/>
                          <a:cs typeface="+mn-cs"/>
                        </a:rPr>
                        <a:t>Klaim</a:t>
                      </a:r>
                    </a:p>
                    <a:p>
                      <a:r>
                        <a:rPr lang="id-ID" sz="1600" b="0" i="1" u="none" strike="noStrike" kern="1200" baseline="0" dirty="0">
                          <a:solidFill>
                            <a:schemeClr val="dk1"/>
                          </a:solidFill>
                          <a:latin typeface="+mn-lt"/>
                          <a:ea typeface="+mn-ea"/>
                          <a:cs typeface="+mn-cs"/>
                        </a:rPr>
                        <a:t>R6.4 </a:t>
                      </a:r>
                      <a:r>
                        <a:rPr lang="id-ID" sz="1600" b="0" i="1" u="none" strike="noStrike" kern="1200" baseline="0" dirty="0" err="1">
                          <a:solidFill>
                            <a:schemeClr val="dk1"/>
                          </a:solidFill>
                          <a:latin typeface="+mn-lt"/>
                          <a:ea typeface="+mn-ea"/>
                          <a:cs typeface="+mn-cs"/>
                        </a:rPr>
                        <a:t>Rincian</a:t>
                      </a:r>
                      <a:r>
                        <a:rPr lang="en-US" sz="1600" b="0" i="1" u="none" strike="noStrike" kern="1200" baseline="0" dirty="0">
                          <a:solidFill>
                            <a:schemeClr val="dk1"/>
                          </a:solidFill>
                          <a:latin typeface="+mn-lt"/>
                          <a:ea typeface="+mn-ea"/>
                          <a:cs typeface="+mn-cs"/>
                        </a:rPr>
                        <a:t> </a:t>
                      </a:r>
                      <a:r>
                        <a:rPr lang="id-ID" sz="1600" b="0" i="1" u="none" strike="noStrike" kern="1200" baseline="0" dirty="0">
                          <a:solidFill>
                            <a:schemeClr val="dk1"/>
                          </a:solidFill>
                          <a:latin typeface="+mn-lt"/>
                          <a:ea typeface="+mn-ea"/>
                          <a:cs typeface="+mn-cs"/>
                        </a:rPr>
                        <a:t>Pembayaran</a:t>
                      </a:r>
                      <a:r>
                        <a:rPr lang="en-US" sz="1600" b="0" i="1" u="none" strike="noStrike" kern="1200" baseline="0" dirty="0">
                          <a:solidFill>
                            <a:schemeClr val="dk1"/>
                          </a:solidFill>
                          <a:latin typeface="+mn-lt"/>
                          <a:ea typeface="+mn-ea"/>
                          <a:cs typeface="+mn-cs"/>
                        </a:rPr>
                        <a:t> </a:t>
                      </a:r>
                      <a:r>
                        <a:rPr lang="id-ID" sz="1600" b="0" i="1" u="none" strike="noStrike" kern="1200" baseline="0" dirty="0">
                          <a:solidFill>
                            <a:schemeClr val="dk1"/>
                          </a:solidFill>
                          <a:latin typeface="+mn-lt"/>
                          <a:ea typeface="+mn-ea"/>
                          <a:cs typeface="+mn-cs"/>
                        </a:rPr>
                        <a:t>Klaim</a:t>
                      </a:r>
                      <a:endParaRPr lang="en-US" sz="1600" b="0" i="0" u="none" strike="noStrike" kern="1200" baseline="0" dirty="0">
                        <a:solidFill>
                          <a:schemeClr val="dk1"/>
                        </a:solidFill>
                        <a:latin typeface="+mn-lt"/>
                        <a:ea typeface="+mn-ea"/>
                        <a:cs typeface="+mn-cs"/>
                      </a:endParaRPr>
                    </a:p>
                  </a:txBody>
                  <a:tcPr/>
                </a:tc>
                <a:tc>
                  <a:txBody>
                    <a:bodyPr/>
                    <a:lstStyle/>
                    <a:p>
                      <a:r>
                        <a:rPr lang="sv-SE" sz="1600" b="0" i="0" u="none" strike="noStrike" kern="1200" baseline="0" dirty="0">
                          <a:solidFill>
                            <a:schemeClr val="dk1"/>
                          </a:solidFill>
                          <a:latin typeface="+mn-lt"/>
                          <a:ea typeface="+mn-ea"/>
                          <a:cs typeface="+mn-cs"/>
                        </a:rPr>
                        <a:t>Informasi yang mencakup pemilik rekening, rincian rekaning, klaim dan pembayaran klaim untuk rekening simpanan milik Bank Dalam Likuidasi (BDL)</a:t>
                      </a:r>
                      <a:endParaRPr lang="id-ID" sz="1600" b="0" i="0" u="none" strike="noStrike" kern="1200" baseline="0" dirty="0">
                        <a:solidFill>
                          <a:schemeClr val="dk1"/>
                        </a:solidFill>
                        <a:latin typeface="+mn-lt"/>
                        <a:ea typeface="+mn-ea"/>
                        <a:cs typeface="+mn-cs"/>
                      </a:endParaRPr>
                    </a:p>
                  </a:txBody>
                  <a:tcPr/>
                </a:tc>
                <a:extLst>
                  <a:ext uri="{0D108BD9-81ED-4DB2-BD59-A6C34878D82A}">
                    <a16:rowId xmlns:a16="http://schemas.microsoft.com/office/drawing/2014/main" val="41346235"/>
                  </a:ext>
                </a:extLst>
              </a:tr>
              <a:tr h="985830">
                <a:tc>
                  <a:txBody>
                    <a:bodyPr/>
                    <a:lstStyle/>
                    <a:p>
                      <a:r>
                        <a:rPr lang="en-US" sz="1600" dirty="0"/>
                        <a:t>Data </a:t>
                      </a:r>
                      <a:r>
                        <a:rPr lang="en-US" sz="1600" dirty="0" err="1"/>
                        <a:t>Keluhan</a:t>
                      </a:r>
                      <a:r>
                        <a:rPr lang="en-US" sz="1600" dirty="0"/>
                        <a:t> </a:t>
                      </a:r>
                      <a:r>
                        <a:rPr lang="en-US" sz="1600" dirty="0" err="1"/>
                        <a:t>Nasabah</a:t>
                      </a:r>
                      <a:endParaRPr lang="id-ID" sz="1600" dirty="0"/>
                    </a:p>
                  </a:txBody>
                  <a:tcPr/>
                </a:tc>
                <a:tc>
                  <a:txBody>
                    <a:bodyPr/>
                    <a:lstStyle/>
                    <a:p>
                      <a:r>
                        <a:rPr lang="en-US" sz="1600" b="0" i="1" u="none" strike="noStrike" kern="1200" baseline="0" dirty="0">
                          <a:solidFill>
                            <a:schemeClr val="dk1"/>
                          </a:solidFill>
                          <a:latin typeface="+mn-lt"/>
                          <a:ea typeface="+mn-ea"/>
                          <a:cs typeface="+mn-cs"/>
                        </a:rPr>
                        <a:t>R7.1 </a:t>
                      </a:r>
                      <a:r>
                        <a:rPr lang="en-US" sz="1600" b="0" i="1" u="none" strike="noStrike" kern="1200" baseline="0" dirty="0" err="1">
                          <a:solidFill>
                            <a:schemeClr val="dk1"/>
                          </a:solidFill>
                          <a:latin typeface="+mn-lt"/>
                          <a:ea typeface="+mn-ea"/>
                          <a:cs typeface="+mn-cs"/>
                        </a:rPr>
                        <a:t>Rincian</a:t>
                      </a:r>
                      <a:r>
                        <a:rPr lang="en-US" sz="1600" b="0" i="1" u="none" strike="noStrike" kern="1200" baseline="0" dirty="0">
                          <a:solidFill>
                            <a:schemeClr val="dk1"/>
                          </a:solidFill>
                          <a:latin typeface="+mn-lt"/>
                          <a:ea typeface="+mn-ea"/>
                          <a:cs typeface="+mn-cs"/>
                        </a:rPr>
                        <a:t> </a:t>
                      </a:r>
                      <a:r>
                        <a:rPr lang="en-US" sz="1600" b="0" i="1" u="none" strike="noStrike" kern="1200" baseline="0" dirty="0" err="1">
                          <a:solidFill>
                            <a:schemeClr val="dk1"/>
                          </a:solidFill>
                          <a:latin typeface="+mn-lt"/>
                          <a:ea typeface="+mn-ea"/>
                          <a:cs typeface="+mn-cs"/>
                        </a:rPr>
                        <a:t>Keberatan</a:t>
                      </a:r>
                      <a:r>
                        <a:rPr lang="en-US" sz="1600" b="0" i="1" u="none" strike="noStrike" kern="1200" baseline="0" dirty="0">
                          <a:solidFill>
                            <a:schemeClr val="dk1"/>
                          </a:solidFill>
                          <a:latin typeface="+mn-lt"/>
                          <a:ea typeface="+mn-ea"/>
                          <a:cs typeface="+mn-cs"/>
                        </a:rPr>
                        <a:t> </a:t>
                      </a:r>
                      <a:r>
                        <a:rPr lang="en-US" sz="1600" b="0" i="1" u="none" strike="noStrike" kern="1200" baseline="0" dirty="0" err="1">
                          <a:solidFill>
                            <a:schemeClr val="dk1"/>
                          </a:solidFill>
                          <a:latin typeface="+mn-lt"/>
                          <a:ea typeface="+mn-ea"/>
                          <a:cs typeface="+mn-cs"/>
                        </a:rPr>
                        <a:t>Nasabah</a:t>
                      </a:r>
                      <a:endParaRPr lang="en-US" sz="1600" b="0" i="1" u="none" strike="noStrike" kern="1200" baseline="0" dirty="0">
                        <a:solidFill>
                          <a:schemeClr val="dk1"/>
                        </a:solidFill>
                        <a:latin typeface="+mn-lt"/>
                        <a:ea typeface="+mn-ea"/>
                        <a:cs typeface="+mn-cs"/>
                      </a:endParaRPr>
                    </a:p>
                    <a:p>
                      <a:r>
                        <a:rPr lang="en-US" sz="1600" b="0" i="1" u="none" strike="noStrike" kern="1200" baseline="0" dirty="0">
                          <a:solidFill>
                            <a:schemeClr val="dk1"/>
                          </a:solidFill>
                          <a:latin typeface="+mn-lt"/>
                          <a:ea typeface="+mn-ea"/>
                          <a:cs typeface="+mn-cs"/>
                        </a:rPr>
                        <a:t>R7.2 </a:t>
                      </a:r>
                      <a:r>
                        <a:rPr lang="en-US" sz="1600" b="0" i="1" u="none" strike="noStrike" kern="1200" baseline="0" dirty="0" err="1">
                          <a:solidFill>
                            <a:schemeClr val="dk1"/>
                          </a:solidFill>
                          <a:latin typeface="+mn-lt"/>
                          <a:ea typeface="+mn-ea"/>
                          <a:cs typeface="+mn-cs"/>
                        </a:rPr>
                        <a:t>Penyelesaian</a:t>
                      </a:r>
                      <a:r>
                        <a:rPr lang="en-US" sz="1600" b="0" i="1" u="none" strike="noStrike" kern="1200" baseline="0" dirty="0">
                          <a:solidFill>
                            <a:schemeClr val="dk1"/>
                          </a:solidFill>
                          <a:latin typeface="+mn-lt"/>
                          <a:ea typeface="+mn-ea"/>
                          <a:cs typeface="+mn-cs"/>
                        </a:rPr>
                        <a:t> </a:t>
                      </a:r>
                      <a:r>
                        <a:rPr lang="en-US" sz="1600" b="0" i="1" u="none" strike="noStrike" kern="1200" baseline="0" dirty="0" err="1">
                          <a:solidFill>
                            <a:schemeClr val="dk1"/>
                          </a:solidFill>
                          <a:latin typeface="+mn-lt"/>
                          <a:ea typeface="+mn-ea"/>
                          <a:cs typeface="+mn-cs"/>
                        </a:rPr>
                        <a:t>Keberatan</a:t>
                      </a:r>
                      <a:r>
                        <a:rPr lang="en-US" sz="1600" b="0" i="1" u="none" strike="noStrike" kern="1200" baseline="0" dirty="0">
                          <a:solidFill>
                            <a:schemeClr val="dk1"/>
                          </a:solidFill>
                          <a:latin typeface="+mn-lt"/>
                          <a:ea typeface="+mn-ea"/>
                          <a:cs typeface="+mn-cs"/>
                        </a:rPr>
                        <a:t> </a:t>
                      </a:r>
                      <a:r>
                        <a:rPr lang="en-US" sz="1600" b="0" i="1" u="none" strike="noStrike" kern="1200" baseline="0" dirty="0" err="1">
                          <a:solidFill>
                            <a:schemeClr val="dk1"/>
                          </a:solidFill>
                          <a:latin typeface="+mn-lt"/>
                          <a:ea typeface="+mn-ea"/>
                          <a:cs typeface="+mn-cs"/>
                        </a:rPr>
                        <a:t>Nasabah</a:t>
                      </a:r>
                      <a:endParaRPr lang="id-ID" sz="1600" b="0" i="0" u="none" strike="noStrike" kern="1200" baseline="0" dirty="0">
                        <a:solidFill>
                          <a:schemeClr val="dk1"/>
                        </a:solidFill>
                        <a:latin typeface="+mn-lt"/>
                        <a:ea typeface="+mn-ea"/>
                        <a:cs typeface="+mn-cs"/>
                      </a:endParaRPr>
                    </a:p>
                  </a:txBody>
                  <a:tcPr/>
                </a:tc>
                <a:tc>
                  <a:txBody>
                    <a:bodyPr/>
                    <a:lstStyle/>
                    <a:p>
                      <a:r>
                        <a:rPr lang="id-ID" sz="1600" b="0" i="0" u="none" strike="noStrike" kern="1200" baseline="0" dirty="0">
                          <a:solidFill>
                            <a:schemeClr val="dk1"/>
                          </a:solidFill>
                          <a:latin typeface="+mn-lt"/>
                          <a:ea typeface="+mn-ea"/>
                          <a:cs typeface="+mn-cs"/>
                        </a:rPr>
                        <a:t>Informasi yang mencakup </a:t>
                      </a:r>
                      <a:r>
                        <a:rPr lang="id-ID" sz="1600" b="0" i="0" u="none" strike="noStrike" kern="1200" baseline="0" dirty="0" err="1">
                          <a:solidFill>
                            <a:schemeClr val="dk1"/>
                          </a:solidFill>
                          <a:latin typeface="+mn-lt"/>
                          <a:ea typeface="+mn-ea"/>
                          <a:cs typeface="+mn-cs"/>
                        </a:rPr>
                        <a:t>rincian</a:t>
                      </a:r>
                      <a:r>
                        <a:rPr lang="id-ID" sz="1600" b="0" i="0" u="none" strike="noStrike" kern="1200" baseline="0" dirty="0">
                          <a:solidFill>
                            <a:schemeClr val="dk1"/>
                          </a:solidFill>
                          <a:latin typeface="+mn-lt"/>
                          <a:ea typeface="+mn-ea"/>
                          <a:cs typeface="+mn-cs"/>
                        </a:rPr>
                        <a:t> komplain nasabah Bank Dalam Likuidasi terkait pencairan klaim maupun hal lainnya</a:t>
                      </a:r>
                    </a:p>
                  </a:txBody>
                  <a:tcPr/>
                </a:tc>
                <a:extLst>
                  <a:ext uri="{0D108BD9-81ED-4DB2-BD59-A6C34878D82A}">
                    <a16:rowId xmlns:a16="http://schemas.microsoft.com/office/drawing/2014/main" val="2660656725"/>
                  </a:ext>
                </a:extLst>
              </a:tr>
              <a:tr h="985830">
                <a:tc>
                  <a:txBody>
                    <a:bodyPr/>
                    <a:lstStyle/>
                    <a:p>
                      <a:r>
                        <a:rPr lang="en-US" sz="1600" dirty="0"/>
                        <a:t>Data Non Financial</a:t>
                      </a:r>
                      <a:endParaRPr lang="id-ID" sz="1600" dirty="0"/>
                    </a:p>
                  </a:txBody>
                  <a:tcPr/>
                </a:tc>
                <a:tc>
                  <a:txBody>
                    <a:bodyPr/>
                    <a:lstStyle/>
                    <a:p>
                      <a:r>
                        <a:rPr lang="en-US" sz="1600" b="0" i="1" u="none" strike="noStrike" kern="1200" baseline="0">
                          <a:solidFill>
                            <a:schemeClr val="dk1"/>
                          </a:solidFill>
                          <a:latin typeface="+mn-lt"/>
                          <a:ea typeface="+mn-ea"/>
                          <a:cs typeface="+mn-cs"/>
                        </a:rPr>
                        <a:t>R8.1 </a:t>
                      </a:r>
                      <a:r>
                        <a:rPr lang="en-US" sz="1600" b="0" i="1" u="none" strike="noStrike" kern="1200" baseline="0" dirty="0" err="1">
                          <a:solidFill>
                            <a:schemeClr val="dk1"/>
                          </a:solidFill>
                          <a:latin typeface="+mn-lt"/>
                          <a:ea typeface="+mn-ea"/>
                          <a:cs typeface="+mn-cs"/>
                        </a:rPr>
                        <a:t>Jadwal</a:t>
                      </a:r>
                      <a:r>
                        <a:rPr lang="en-US" sz="1600" b="0" i="1" u="none" strike="noStrike" kern="1200" baseline="0" dirty="0">
                          <a:solidFill>
                            <a:schemeClr val="dk1"/>
                          </a:solidFill>
                          <a:latin typeface="+mn-lt"/>
                          <a:ea typeface="+mn-ea"/>
                          <a:cs typeface="+mn-cs"/>
                        </a:rPr>
                        <a:t>/Schedule</a:t>
                      </a:r>
                    </a:p>
                    <a:p>
                      <a:r>
                        <a:rPr lang="en-US" sz="1600" b="0" i="1" u="none" strike="noStrike" kern="1200" baseline="0">
                          <a:solidFill>
                            <a:schemeClr val="dk1"/>
                          </a:solidFill>
                          <a:latin typeface="+mn-lt"/>
                          <a:ea typeface="+mn-ea"/>
                          <a:cs typeface="+mn-cs"/>
                        </a:rPr>
                        <a:t>R8.2 </a:t>
                      </a:r>
                      <a:r>
                        <a:rPr lang="en-US" sz="1600" b="0" i="1" u="none" strike="noStrike" kern="1200" baseline="0" dirty="0">
                          <a:solidFill>
                            <a:schemeClr val="dk1"/>
                          </a:solidFill>
                          <a:latin typeface="+mn-lt"/>
                          <a:ea typeface="+mn-ea"/>
                          <a:cs typeface="+mn-cs"/>
                        </a:rPr>
                        <a:t>Data Profile </a:t>
                      </a:r>
                      <a:r>
                        <a:rPr lang="en-US" sz="1600" b="0" i="1" u="none" strike="noStrike" kern="1200" baseline="0" dirty="0" err="1">
                          <a:solidFill>
                            <a:schemeClr val="dk1"/>
                          </a:solidFill>
                          <a:latin typeface="+mn-lt"/>
                          <a:ea typeface="+mn-ea"/>
                          <a:cs typeface="+mn-cs"/>
                        </a:rPr>
                        <a:t>Nasabah</a:t>
                      </a:r>
                      <a:r>
                        <a:rPr lang="en-US" sz="1600" b="0" i="1" u="none" strike="noStrike" kern="1200" baseline="0" dirty="0">
                          <a:solidFill>
                            <a:schemeClr val="dk1"/>
                          </a:solidFill>
                          <a:latin typeface="+mn-lt"/>
                          <a:ea typeface="+mn-ea"/>
                          <a:cs typeface="+mn-cs"/>
                        </a:rPr>
                        <a:t>/ </a:t>
                      </a:r>
                      <a:r>
                        <a:rPr lang="en-US" sz="1600" b="0" i="1" u="none" strike="noStrike" kern="1200" baseline="0" dirty="0" err="1">
                          <a:solidFill>
                            <a:schemeClr val="dk1"/>
                          </a:solidFill>
                          <a:latin typeface="+mn-lt"/>
                          <a:ea typeface="+mn-ea"/>
                          <a:cs typeface="+mn-cs"/>
                        </a:rPr>
                        <a:t>Debitur</a:t>
                      </a:r>
                      <a:endParaRPr lang="en-US" sz="1600" b="0" i="1" u="none" strike="noStrike" kern="1200" baseline="0" dirty="0">
                        <a:solidFill>
                          <a:schemeClr val="dk1"/>
                        </a:solidFill>
                        <a:latin typeface="+mn-lt"/>
                        <a:ea typeface="+mn-ea"/>
                        <a:cs typeface="+mn-cs"/>
                      </a:endParaRPr>
                    </a:p>
                    <a:p>
                      <a:r>
                        <a:rPr lang="en-US" sz="1600" b="0" i="1" u="none" strike="noStrike" kern="1200" baseline="0">
                          <a:solidFill>
                            <a:schemeClr val="dk1"/>
                          </a:solidFill>
                          <a:latin typeface="+mn-lt"/>
                          <a:ea typeface="+mn-ea"/>
                          <a:cs typeface="+mn-cs"/>
                        </a:rPr>
                        <a:t>R8.3 </a:t>
                      </a:r>
                      <a:r>
                        <a:rPr lang="en-US" sz="1600" b="0" i="1" u="none" strike="noStrike" kern="1200" baseline="0" dirty="0">
                          <a:solidFill>
                            <a:schemeClr val="dk1"/>
                          </a:solidFill>
                          <a:latin typeface="+mn-lt"/>
                          <a:ea typeface="+mn-ea"/>
                          <a:cs typeface="+mn-cs"/>
                        </a:rPr>
                        <a:t>Data Tim </a:t>
                      </a:r>
                      <a:r>
                        <a:rPr lang="en-US" sz="1600" b="0" i="1" u="none" strike="noStrike" kern="1200" baseline="0" dirty="0" err="1">
                          <a:solidFill>
                            <a:schemeClr val="dk1"/>
                          </a:solidFill>
                          <a:latin typeface="+mn-lt"/>
                          <a:ea typeface="+mn-ea"/>
                          <a:cs typeface="+mn-cs"/>
                        </a:rPr>
                        <a:t>Likuidasi</a:t>
                      </a:r>
                      <a:r>
                        <a:rPr lang="en-US" sz="1600" b="0" i="1" u="none" strike="noStrike" kern="1200" baseline="0" dirty="0">
                          <a:solidFill>
                            <a:schemeClr val="dk1"/>
                          </a:solidFill>
                          <a:latin typeface="+mn-lt"/>
                          <a:ea typeface="+mn-ea"/>
                          <a:cs typeface="+mn-cs"/>
                        </a:rPr>
                        <a:t>/ Timeline</a:t>
                      </a:r>
                    </a:p>
                    <a:p>
                      <a:r>
                        <a:rPr lang="en-US" sz="1600" b="0" i="1" u="none" strike="noStrike" kern="1200" baseline="0">
                          <a:solidFill>
                            <a:schemeClr val="dk1"/>
                          </a:solidFill>
                          <a:latin typeface="+mn-lt"/>
                          <a:ea typeface="+mn-ea"/>
                          <a:cs typeface="+mn-cs"/>
                        </a:rPr>
                        <a:t>R8.4 </a:t>
                      </a:r>
                      <a:r>
                        <a:rPr lang="en-US" sz="1600" b="0" i="1" u="none" strike="noStrike" kern="1200" baseline="0" dirty="0">
                          <a:solidFill>
                            <a:schemeClr val="dk1"/>
                          </a:solidFill>
                          <a:latin typeface="+mn-lt"/>
                          <a:ea typeface="+mn-ea"/>
                          <a:cs typeface="+mn-cs"/>
                        </a:rPr>
                        <a:t>Data Board of Director dan </a:t>
                      </a:r>
                      <a:r>
                        <a:rPr lang="en-US" sz="1600" b="0" i="1" u="none" strike="noStrike" kern="1200" baseline="0" dirty="0" err="1">
                          <a:solidFill>
                            <a:schemeClr val="dk1"/>
                          </a:solidFill>
                          <a:latin typeface="+mn-lt"/>
                          <a:ea typeface="+mn-ea"/>
                          <a:cs typeface="+mn-cs"/>
                        </a:rPr>
                        <a:t>Commisioner</a:t>
                      </a:r>
                      <a:r>
                        <a:rPr lang="en-US" sz="1600" b="0" i="1" u="none" strike="noStrike" kern="1200" baseline="0" dirty="0">
                          <a:solidFill>
                            <a:schemeClr val="dk1"/>
                          </a:solidFill>
                          <a:latin typeface="+mn-lt"/>
                          <a:ea typeface="+mn-ea"/>
                          <a:cs typeface="+mn-cs"/>
                        </a:rPr>
                        <a:t> </a:t>
                      </a:r>
                      <a:r>
                        <a:rPr lang="en-US" sz="1600" b="0" i="1" u="none" strike="noStrike" kern="1200" baseline="0" dirty="0" err="1">
                          <a:solidFill>
                            <a:schemeClr val="dk1"/>
                          </a:solidFill>
                          <a:latin typeface="+mn-lt"/>
                          <a:ea typeface="+mn-ea"/>
                          <a:cs typeface="+mn-cs"/>
                        </a:rPr>
                        <a:t>serta</a:t>
                      </a:r>
                      <a:r>
                        <a:rPr lang="en-US" sz="1600" b="0" i="1" u="none" strike="noStrike" kern="1200" baseline="0" dirty="0">
                          <a:solidFill>
                            <a:schemeClr val="dk1"/>
                          </a:solidFill>
                          <a:latin typeface="+mn-lt"/>
                          <a:ea typeface="+mn-ea"/>
                          <a:cs typeface="+mn-cs"/>
                        </a:rPr>
                        <a:t> Shareholder</a:t>
                      </a:r>
                    </a:p>
                    <a:p>
                      <a:r>
                        <a:rPr lang="en-US" sz="1600" b="0" i="1" u="none" strike="noStrike" kern="1200" baseline="0">
                          <a:solidFill>
                            <a:schemeClr val="dk1"/>
                          </a:solidFill>
                          <a:latin typeface="+mn-lt"/>
                          <a:ea typeface="+mn-ea"/>
                          <a:cs typeface="+mn-cs"/>
                        </a:rPr>
                        <a:t>R8.5 </a:t>
                      </a:r>
                      <a:r>
                        <a:rPr lang="en-US" sz="1600" b="0" i="1" u="none" strike="noStrike" kern="1200" baseline="0" dirty="0">
                          <a:solidFill>
                            <a:schemeClr val="dk1"/>
                          </a:solidFill>
                          <a:latin typeface="+mn-lt"/>
                          <a:ea typeface="+mn-ea"/>
                          <a:cs typeface="+mn-cs"/>
                        </a:rPr>
                        <a:t>Data </a:t>
                      </a:r>
                      <a:r>
                        <a:rPr lang="en-US" sz="1600" b="0" i="1" u="none" strike="noStrike" kern="1200" baseline="0" dirty="0" err="1">
                          <a:solidFill>
                            <a:schemeClr val="dk1"/>
                          </a:solidFill>
                          <a:latin typeface="+mn-lt"/>
                          <a:ea typeface="+mn-ea"/>
                          <a:cs typeface="+mn-cs"/>
                        </a:rPr>
                        <a:t>Pengelolaan</a:t>
                      </a:r>
                      <a:r>
                        <a:rPr lang="en-US" sz="1600" b="0" i="1" u="none" strike="noStrike" kern="1200" baseline="0" dirty="0">
                          <a:solidFill>
                            <a:schemeClr val="dk1"/>
                          </a:solidFill>
                          <a:latin typeface="+mn-lt"/>
                          <a:ea typeface="+mn-ea"/>
                          <a:cs typeface="+mn-cs"/>
                        </a:rPr>
                        <a:t> </a:t>
                      </a:r>
                      <a:r>
                        <a:rPr lang="en-US" sz="1600" b="0" i="1" u="none" strike="noStrike" kern="1200" baseline="0" dirty="0" err="1">
                          <a:solidFill>
                            <a:schemeClr val="dk1"/>
                          </a:solidFill>
                          <a:latin typeface="+mn-lt"/>
                          <a:ea typeface="+mn-ea"/>
                          <a:cs typeface="+mn-cs"/>
                        </a:rPr>
                        <a:t>Aset</a:t>
                      </a:r>
                      <a:r>
                        <a:rPr lang="en-US" sz="1600" b="0" i="1" u="none" strike="noStrike" kern="1200" baseline="0" dirty="0">
                          <a:solidFill>
                            <a:schemeClr val="dk1"/>
                          </a:solidFill>
                          <a:latin typeface="+mn-lt"/>
                          <a:ea typeface="+mn-ea"/>
                          <a:cs typeface="+mn-cs"/>
                        </a:rPr>
                        <a:t> (R5)</a:t>
                      </a:r>
                    </a:p>
                    <a:p>
                      <a:r>
                        <a:rPr lang="en-US" sz="1600" b="0" i="1" u="none" strike="noStrike" kern="1200" baseline="0">
                          <a:solidFill>
                            <a:schemeClr val="dk1"/>
                          </a:solidFill>
                          <a:latin typeface="+mn-lt"/>
                          <a:ea typeface="+mn-ea"/>
                          <a:cs typeface="+mn-cs"/>
                        </a:rPr>
                        <a:t>R8.6 </a:t>
                      </a:r>
                      <a:r>
                        <a:rPr lang="en-US" sz="1600" b="0" i="1" u="none" strike="noStrike" kern="1200" baseline="0" dirty="0">
                          <a:solidFill>
                            <a:schemeClr val="dk1"/>
                          </a:solidFill>
                          <a:latin typeface="+mn-lt"/>
                          <a:ea typeface="+mn-ea"/>
                          <a:cs typeface="+mn-cs"/>
                        </a:rPr>
                        <a:t>Management Complaint</a:t>
                      </a:r>
                    </a:p>
                    <a:p>
                      <a:r>
                        <a:rPr lang="en-US" sz="1600" b="0" i="1" u="none" strike="noStrike" kern="1200" baseline="0">
                          <a:solidFill>
                            <a:schemeClr val="dk1"/>
                          </a:solidFill>
                          <a:latin typeface="+mn-lt"/>
                          <a:ea typeface="+mn-ea"/>
                          <a:cs typeface="+mn-cs"/>
                        </a:rPr>
                        <a:t>R8.7 </a:t>
                      </a:r>
                      <a:r>
                        <a:rPr lang="en-US" sz="1600" b="0" i="1" u="none" strike="noStrike" kern="1200" baseline="0" dirty="0">
                          <a:solidFill>
                            <a:schemeClr val="dk1"/>
                          </a:solidFill>
                          <a:latin typeface="+mn-lt"/>
                          <a:ea typeface="+mn-ea"/>
                          <a:cs typeface="+mn-cs"/>
                        </a:rPr>
                        <a:t>Quick Review </a:t>
                      </a:r>
                      <a:r>
                        <a:rPr lang="en-US" sz="1600" b="0" i="1" u="none" strike="noStrike" kern="1200" baseline="0" dirty="0" err="1">
                          <a:solidFill>
                            <a:schemeClr val="dk1"/>
                          </a:solidFill>
                          <a:latin typeface="+mn-lt"/>
                          <a:ea typeface="+mn-ea"/>
                          <a:cs typeface="+mn-cs"/>
                        </a:rPr>
                        <a:t>Bulanan</a:t>
                      </a:r>
                      <a:endParaRPr lang="en-US" sz="1600" b="0" i="1" u="none" strike="noStrike" kern="1200" baseline="0" dirty="0">
                        <a:solidFill>
                          <a:schemeClr val="dk1"/>
                        </a:solidFill>
                        <a:latin typeface="+mn-lt"/>
                        <a:ea typeface="+mn-ea"/>
                        <a:cs typeface="+mn-cs"/>
                      </a:endParaRPr>
                    </a:p>
                    <a:p>
                      <a:r>
                        <a:rPr lang="en-US" sz="1600" b="0" i="1" u="none" strike="noStrike" kern="1200" baseline="0">
                          <a:solidFill>
                            <a:schemeClr val="dk1"/>
                          </a:solidFill>
                          <a:latin typeface="+mn-lt"/>
                          <a:ea typeface="+mn-ea"/>
                          <a:cs typeface="+mn-cs"/>
                        </a:rPr>
                        <a:t>R8.8 </a:t>
                      </a:r>
                      <a:r>
                        <a:rPr lang="en-US" sz="1600" b="0" i="1" u="none" strike="noStrike" kern="1200" baseline="0" dirty="0">
                          <a:solidFill>
                            <a:schemeClr val="dk1"/>
                          </a:solidFill>
                          <a:latin typeface="+mn-lt"/>
                          <a:ea typeface="+mn-ea"/>
                          <a:cs typeface="+mn-cs"/>
                        </a:rPr>
                        <a:t>Data </a:t>
                      </a:r>
                      <a:r>
                        <a:rPr lang="en-US" sz="1600" b="0" i="1" u="none" strike="noStrike" kern="1200" baseline="0" dirty="0" err="1">
                          <a:solidFill>
                            <a:schemeClr val="dk1"/>
                          </a:solidFill>
                          <a:latin typeface="+mn-lt"/>
                          <a:ea typeface="+mn-ea"/>
                          <a:cs typeface="+mn-cs"/>
                        </a:rPr>
                        <a:t>Sistem</a:t>
                      </a:r>
                      <a:endParaRPr lang="en-US" sz="1600" b="0" i="1" u="none" strike="noStrike" kern="1200" baseline="0" dirty="0">
                        <a:solidFill>
                          <a:schemeClr val="dk1"/>
                        </a:solidFill>
                        <a:latin typeface="+mn-lt"/>
                        <a:ea typeface="+mn-ea"/>
                        <a:cs typeface="+mn-cs"/>
                      </a:endParaRPr>
                    </a:p>
                    <a:p>
                      <a:r>
                        <a:rPr lang="en-US" sz="1600" b="0" i="1" u="none" strike="noStrike" kern="1200" baseline="0">
                          <a:solidFill>
                            <a:schemeClr val="dk1"/>
                          </a:solidFill>
                          <a:latin typeface="+mn-lt"/>
                          <a:ea typeface="+mn-ea"/>
                          <a:cs typeface="+mn-cs"/>
                        </a:rPr>
                        <a:t>R8.9 </a:t>
                      </a:r>
                      <a:r>
                        <a:rPr lang="en-US" sz="1600" b="0" i="1" u="none" strike="noStrike" kern="1200" baseline="0" dirty="0">
                          <a:solidFill>
                            <a:schemeClr val="dk1"/>
                          </a:solidFill>
                          <a:latin typeface="+mn-lt"/>
                          <a:ea typeface="+mn-ea"/>
                          <a:cs typeface="+mn-cs"/>
                        </a:rPr>
                        <a:t>Data Calon TL dan CV</a:t>
                      </a:r>
                    </a:p>
                  </a:txBody>
                  <a:tcPr/>
                </a:tc>
                <a:tc>
                  <a:txBody>
                    <a:bodyPr/>
                    <a:lstStyle/>
                    <a:p>
                      <a:r>
                        <a:rPr lang="id-ID" sz="1600" b="0" i="0" u="none" strike="noStrike" kern="1200" baseline="0" dirty="0">
                          <a:solidFill>
                            <a:schemeClr val="dk1"/>
                          </a:solidFill>
                          <a:latin typeface="+mn-lt"/>
                          <a:ea typeface="+mn-ea"/>
                          <a:cs typeface="+mn-cs"/>
                        </a:rPr>
                        <a:t>Informasi yang mencakup </a:t>
                      </a:r>
                      <a:r>
                        <a:rPr lang="id-ID" sz="1600" b="0" i="0" u="none" strike="noStrike" kern="1200" baseline="0" dirty="0" err="1">
                          <a:solidFill>
                            <a:schemeClr val="dk1"/>
                          </a:solidFill>
                          <a:latin typeface="+mn-lt"/>
                          <a:ea typeface="+mn-ea"/>
                          <a:cs typeface="+mn-cs"/>
                        </a:rPr>
                        <a:t>rincian</a:t>
                      </a:r>
                      <a:r>
                        <a:rPr lang="id-ID" sz="1600" b="0" i="0" u="none" strike="noStrike" kern="1200" baseline="0" dirty="0">
                          <a:solidFill>
                            <a:schemeClr val="dk1"/>
                          </a:solidFill>
                          <a:latin typeface="+mn-lt"/>
                          <a:ea typeface="+mn-ea"/>
                          <a:cs typeface="+mn-cs"/>
                        </a:rPr>
                        <a:t> informasi </a:t>
                      </a:r>
                      <a:r>
                        <a:rPr lang="en-US" sz="1600" b="0" i="0" u="none" strike="noStrike" kern="1200" baseline="0" dirty="0">
                          <a:solidFill>
                            <a:schemeClr val="dk1"/>
                          </a:solidFill>
                          <a:latin typeface="+mn-lt"/>
                          <a:ea typeface="+mn-ea"/>
                          <a:cs typeface="+mn-cs"/>
                        </a:rPr>
                        <a:t>non </a:t>
                      </a:r>
                      <a:r>
                        <a:rPr lang="en-US" sz="1600" b="0" i="0" u="none" strike="noStrike" kern="1200" baseline="0" dirty="0" err="1">
                          <a:solidFill>
                            <a:schemeClr val="dk1"/>
                          </a:solidFill>
                          <a:latin typeface="+mn-lt"/>
                          <a:ea typeface="+mn-ea"/>
                          <a:cs typeface="+mn-cs"/>
                        </a:rPr>
                        <a:t>finansial</a:t>
                      </a:r>
                      <a:r>
                        <a:rPr lang="en-US" sz="1600" b="0" i="0" u="none" strike="noStrike" kern="1200" baseline="0" dirty="0">
                          <a:solidFill>
                            <a:schemeClr val="dk1"/>
                          </a:solidFill>
                          <a:latin typeface="+mn-lt"/>
                          <a:ea typeface="+mn-ea"/>
                          <a:cs typeface="+mn-cs"/>
                        </a:rPr>
                        <a:t> </a:t>
                      </a:r>
                      <a:r>
                        <a:rPr lang="en-US" sz="1600" b="0" i="0" u="none" strike="noStrike" kern="1200" baseline="0" dirty="0" err="1">
                          <a:solidFill>
                            <a:schemeClr val="dk1"/>
                          </a:solidFill>
                          <a:latin typeface="+mn-lt"/>
                          <a:ea typeface="+mn-ea"/>
                          <a:cs typeface="+mn-cs"/>
                        </a:rPr>
                        <a:t>terkait</a:t>
                      </a:r>
                      <a:r>
                        <a:rPr lang="en-US" sz="1600" b="0" i="0" u="none" strike="noStrike" kern="1200" baseline="0" dirty="0">
                          <a:solidFill>
                            <a:schemeClr val="dk1"/>
                          </a:solidFill>
                          <a:latin typeface="+mn-lt"/>
                          <a:ea typeface="+mn-ea"/>
                          <a:cs typeface="+mn-cs"/>
                        </a:rPr>
                        <a:t> </a:t>
                      </a:r>
                      <a:r>
                        <a:rPr lang="en-US" sz="1600" b="0" i="0" u="none" strike="noStrike" kern="1200" baseline="0" dirty="0" err="1">
                          <a:solidFill>
                            <a:schemeClr val="dk1"/>
                          </a:solidFill>
                          <a:latin typeface="+mn-lt"/>
                          <a:ea typeface="+mn-ea"/>
                          <a:cs typeface="+mn-cs"/>
                        </a:rPr>
                        <a:t>pelaksanaan</a:t>
                      </a:r>
                      <a:r>
                        <a:rPr lang="en-US" sz="1600" b="0" i="0" u="none" strike="noStrike" kern="1200" baseline="0" dirty="0">
                          <a:solidFill>
                            <a:schemeClr val="dk1"/>
                          </a:solidFill>
                          <a:latin typeface="+mn-lt"/>
                          <a:ea typeface="+mn-ea"/>
                          <a:cs typeface="+mn-cs"/>
                        </a:rPr>
                        <a:t> </a:t>
                      </a:r>
                      <a:r>
                        <a:rPr lang="en-US" sz="1600" b="0" i="0" u="none" strike="noStrike" kern="1200" baseline="0" dirty="0" err="1">
                          <a:solidFill>
                            <a:schemeClr val="dk1"/>
                          </a:solidFill>
                          <a:latin typeface="+mn-lt"/>
                          <a:ea typeface="+mn-ea"/>
                          <a:cs typeface="+mn-cs"/>
                        </a:rPr>
                        <a:t>resolusi</a:t>
                      </a:r>
                      <a:endParaRPr lang="id-ID" sz="1600" b="0" i="0" u="none" strike="noStrike" kern="1200" baseline="0" dirty="0">
                        <a:solidFill>
                          <a:schemeClr val="dk1"/>
                        </a:solidFill>
                        <a:latin typeface="+mn-lt"/>
                        <a:ea typeface="+mn-ea"/>
                        <a:cs typeface="+mn-cs"/>
                      </a:endParaRPr>
                    </a:p>
                  </a:txBody>
                  <a:tcPr/>
                </a:tc>
                <a:extLst>
                  <a:ext uri="{0D108BD9-81ED-4DB2-BD59-A6C34878D82A}">
                    <a16:rowId xmlns:a16="http://schemas.microsoft.com/office/drawing/2014/main" val="1199667643"/>
                  </a:ext>
                </a:extLst>
              </a:tr>
            </a:tbl>
          </a:graphicData>
        </a:graphic>
      </p:graphicFrame>
    </p:spTree>
    <p:extLst>
      <p:ext uri="{BB962C8B-B14F-4D97-AF65-F5344CB8AC3E}">
        <p14:creationId xmlns:p14="http://schemas.microsoft.com/office/powerpoint/2010/main" val="2351138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443866" y="270355"/>
            <a:ext cx="7927974" cy="655042"/>
          </a:xfrm>
        </p:spPr>
        <p:txBody>
          <a:bodyPr>
            <a:noAutofit/>
          </a:bodyPr>
          <a:lstStyle/>
          <a:p>
            <a:pPr algn="l"/>
            <a:r>
              <a:rPr lang="en-US" sz="2800" dirty="0" err="1">
                <a:latin typeface="Segoe UI" panose="020B0502040204020203" pitchFamily="34" charset="0"/>
                <a:ea typeface="Segoe UI" panose="020B0502040204020203" pitchFamily="34" charset="0"/>
                <a:cs typeface="Segoe UI" panose="020B0502040204020203" pitchFamily="34" charset="0"/>
              </a:rPr>
              <a:t>Komponen</a:t>
            </a:r>
            <a:r>
              <a:rPr lang="en-US" sz="2800" dirty="0">
                <a:latin typeface="Segoe UI" panose="020B0502040204020203" pitchFamily="34" charset="0"/>
                <a:ea typeface="Segoe UI" panose="020B0502040204020203" pitchFamily="34" charset="0"/>
                <a:cs typeface="Segoe UI" panose="020B0502040204020203" pitchFamily="34" charset="0"/>
              </a:rPr>
              <a:t> Data Utama Pada Domain </a:t>
            </a:r>
            <a:r>
              <a:rPr lang="en-US" sz="2800" dirty="0" err="1">
                <a:latin typeface="Segoe UI" panose="020B0502040204020203" pitchFamily="34" charset="0"/>
                <a:ea typeface="Segoe UI" panose="020B0502040204020203" pitchFamily="34" charset="0"/>
                <a:cs typeface="Segoe UI" panose="020B0502040204020203" pitchFamily="34" charset="0"/>
              </a:rPr>
              <a:t>Informasi</a:t>
            </a:r>
            <a:r>
              <a:rPr lang="en-US" sz="2800" dirty="0">
                <a:latin typeface="Segoe UI" panose="020B0502040204020203" pitchFamily="34" charset="0"/>
                <a:ea typeface="Segoe UI" panose="020B0502040204020203" pitchFamily="34" charset="0"/>
                <a:cs typeface="Segoe UI" panose="020B0502040204020203" pitchFamily="34" charset="0"/>
              </a:rPr>
              <a:t> di LPS – Data </a:t>
            </a:r>
            <a:r>
              <a:rPr lang="en-US" sz="2800" dirty="0" err="1">
                <a:latin typeface="Segoe UI" panose="020B0502040204020203" pitchFamily="34" charset="0"/>
                <a:ea typeface="Segoe UI" panose="020B0502040204020203" pitchFamily="34" charset="0"/>
                <a:cs typeface="Segoe UI" panose="020B0502040204020203" pitchFamily="34" charset="0"/>
              </a:rPr>
              <a:t>Riset</a:t>
            </a:r>
            <a:endParaRPr lang="en-US" sz="2800" dirty="0">
              <a:latin typeface="Segoe UI" panose="020B0502040204020203" pitchFamily="34" charset="0"/>
              <a:ea typeface="Segoe UI" panose="020B0502040204020203" pitchFamily="34" charset="0"/>
              <a:cs typeface="Segoe UI" panose="020B0502040204020203" pitchFamily="34" charset="0"/>
            </a:endParaRPr>
          </a:p>
        </p:txBody>
      </p:sp>
      <p:graphicFrame>
        <p:nvGraphicFramePr>
          <p:cNvPr id="2" name="Table 4">
            <a:extLst>
              <a:ext uri="{FF2B5EF4-FFF2-40B4-BE49-F238E27FC236}">
                <a16:creationId xmlns:a16="http://schemas.microsoft.com/office/drawing/2014/main" id="{097C5DA6-8855-416A-810E-EF5CA4B398DB}"/>
              </a:ext>
            </a:extLst>
          </p:cNvPr>
          <p:cNvGraphicFramePr>
            <a:graphicFrameLocks noGrp="1"/>
          </p:cNvGraphicFramePr>
          <p:nvPr/>
        </p:nvGraphicFramePr>
        <p:xfrm>
          <a:off x="427630" y="1542796"/>
          <a:ext cx="11583983" cy="3263049"/>
        </p:xfrm>
        <a:graphic>
          <a:graphicData uri="http://schemas.openxmlformats.org/drawingml/2006/table">
            <a:tbl>
              <a:tblPr firstRow="1" bandRow="1">
                <a:tableStyleId>{1FECB4D8-DB02-4DC6-A0A2-4F2EBAE1DC90}</a:tableStyleId>
              </a:tblPr>
              <a:tblGrid>
                <a:gridCol w="1560828">
                  <a:extLst>
                    <a:ext uri="{9D8B030D-6E8A-4147-A177-3AD203B41FA5}">
                      <a16:colId xmlns:a16="http://schemas.microsoft.com/office/drawing/2014/main" val="2807335590"/>
                    </a:ext>
                  </a:extLst>
                </a:gridCol>
                <a:gridCol w="4156038">
                  <a:extLst>
                    <a:ext uri="{9D8B030D-6E8A-4147-A177-3AD203B41FA5}">
                      <a16:colId xmlns:a16="http://schemas.microsoft.com/office/drawing/2014/main" val="758460675"/>
                    </a:ext>
                  </a:extLst>
                </a:gridCol>
                <a:gridCol w="5867117">
                  <a:extLst>
                    <a:ext uri="{9D8B030D-6E8A-4147-A177-3AD203B41FA5}">
                      <a16:colId xmlns:a16="http://schemas.microsoft.com/office/drawing/2014/main" val="627879671"/>
                    </a:ext>
                  </a:extLst>
                </a:gridCol>
              </a:tblGrid>
              <a:tr h="557213">
                <a:tc>
                  <a:txBody>
                    <a:bodyPr/>
                    <a:lstStyle/>
                    <a:p>
                      <a:endParaRPr lang="id-ID" sz="1600"/>
                    </a:p>
                  </a:txBody>
                  <a:tcPr/>
                </a:tc>
                <a:tc>
                  <a:txBody>
                    <a:bodyPr/>
                    <a:lstStyle/>
                    <a:p>
                      <a:pPr algn="ctr"/>
                      <a:r>
                        <a:rPr lang="en-US" sz="1600" dirty="0" err="1"/>
                        <a:t>Detil</a:t>
                      </a:r>
                      <a:r>
                        <a:rPr lang="en-US" sz="1600" dirty="0"/>
                        <a:t> </a:t>
                      </a:r>
                      <a:r>
                        <a:rPr lang="en-US" sz="1600" dirty="0" err="1"/>
                        <a:t>Komponen</a:t>
                      </a:r>
                      <a:r>
                        <a:rPr lang="en-US" sz="1600" dirty="0"/>
                        <a:t> Data</a:t>
                      </a:r>
                      <a:endParaRPr lang="id-ID" sz="1600" dirty="0"/>
                    </a:p>
                  </a:txBody>
                  <a:tcPr/>
                </a:tc>
                <a:tc>
                  <a:txBody>
                    <a:bodyPr/>
                    <a:lstStyle/>
                    <a:p>
                      <a:pPr algn="ctr"/>
                      <a:r>
                        <a:rPr lang="en-US" sz="1600" dirty="0" err="1"/>
                        <a:t>Keterangan</a:t>
                      </a:r>
                      <a:endParaRPr lang="id-ID" sz="1600" dirty="0"/>
                    </a:p>
                  </a:txBody>
                  <a:tcPr/>
                </a:tc>
                <a:extLst>
                  <a:ext uri="{0D108BD9-81ED-4DB2-BD59-A6C34878D82A}">
                    <a16:rowId xmlns:a16="http://schemas.microsoft.com/office/drawing/2014/main" val="4239943936"/>
                  </a:ext>
                </a:extLst>
              </a:tr>
              <a:tr h="734176">
                <a:tc rowSpan="3">
                  <a:txBody>
                    <a:bodyPr/>
                    <a:lstStyle/>
                    <a:p>
                      <a:r>
                        <a:rPr lang="en-US" sz="1600" dirty="0"/>
                        <a:t>Data </a:t>
                      </a:r>
                      <a:r>
                        <a:rPr lang="en-US" sz="1600" dirty="0" err="1"/>
                        <a:t>Riset</a:t>
                      </a:r>
                      <a:endParaRPr lang="id-ID" sz="1600" dirty="0"/>
                    </a:p>
                  </a:txBody>
                  <a:tcPr anchor="ctr"/>
                </a:tc>
                <a:tc>
                  <a:txBody>
                    <a:bodyPr/>
                    <a:lstStyle/>
                    <a:p>
                      <a:r>
                        <a:rPr lang="en-US" sz="1600" b="0" i="1" u="none" strike="noStrike" kern="1200" baseline="0" dirty="0">
                          <a:solidFill>
                            <a:schemeClr val="dk1"/>
                          </a:solidFill>
                          <a:latin typeface="+mn-lt"/>
                          <a:ea typeface="+mn-ea"/>
                          <a:cs typeface="+mn-cs"/>
                        </a:rPr>
                        <a:t>K</a:t>
                      </a:r>
                      <a:r>
                        <a:rPr lang="id-ID" sz="1600" b="0" i="1" u="none" strike="noStrike" kern="1200" baseline="0" dirty="0">
                          <a:solidFill>
                            <a:schemeClr val="dk1"/>
                          </a:solidFill>
                          <a:latin typeface="+mn-lt"/>
                          <a:ea typeface="+mn-ea"/>
                          <a:cs typeface="+mn-cs"/>
                        </a:rPr>
                        <a:t>1.1</a:t>
                      </a:r>
                      <a:r>
                        <a:rPr lang="en-US" sz="1600" b="0" i="1" u="none" strike="noStrike" kern="1200" baseline="0" dirty="0">
                          <a:solidFill>
                            <a:schemeClr val="dk1"/>
                          </a:solidFill>
                          <a:latin typeface="+mn-lt"/>
                          <a:ea typeface="+mn-ea"/>
                          <a:cs typeface="+mn-cs"/>
                        </a:rPr>
                        <a:t> </a:t>
                      </a:r>
                      <a:r>
                        <a:rPr lang="id-ID" sz="1600" b="0" i="1" u="none" strike="noStrike" kern="1200" baseline="0" dirty="0">
                          <a:solidFill>
                            <a:schemeClr val="dk1"/>
                          </a:solidFill>
                          <a:latin typeface="+mn-lt"/>
                          <a:ea typeface="+mn-ea"/>
                          <a:cs typeface="+mn-cs"/>
                        </a:rPr>
                        <a:t>Usulan</a:t>
                      </a:r>
                      <a:r>
                        <a:rPr lang="en-US" sz="1600" b="0" i="1" u="none" strike="noStrike" kern="1200" baseline="0" dirty="0">
                          <a:solidFill>
                            <a:schemeClr val="dk1"/>
                          </a:solidFill>
                          <a:latin typeface="+mn-lt"/>
                          <a:ea typeface="+mn-ea"/>
                          <a:cs typeface="+mn-cs"/>
                        </a:rPr>
                        <a:t> </a:t>
                      </a:r>
                      <a:r>
                        <a:rPr lang="id-ID" sz="1600" b="0" i="1" u="none" strike="noStrike" kern="1200" baseline="0" dirty="0">
                          <a:solidFill>
                            <a:schemeClr val="dk1"/>
                          </a:solidFill>
                          <a:latin typeface="+mn-lt"/>
                          <a:ea typeface="+mn-ea"/>
                          <a:cs typeface="+mn-cs"/>
                        </a:rPr>
                        <a:t>Riset</a:t>
                      </a:r>
                      <a:endParaRPr lang="en-US" sz="1600" b="0" i="0" u="none" strike="noStrike" kern="1200" baseline="0" dirty="0">
                        <a:solidFill>
                          <a:schemeClr val="dk1"/>
                        </a:solidFill>
                        <a:latin typeface="+mn-lt"/>
                        <a:ea typeface="+mn-ea"/>
                        <a:cs typeface="+mn-cs"/>
                      </a:endParaRPr>
                    </a:p>
                  </a:txBody>
                  <a:tcPr/>
                </a:tc>
                <a:tc>
                  <a:txBody>
                    <a:bodyPr/>
                    <a:lstStyle/>
                    <a:p>
                      <a:r>
                        <a:rPr lang="id-ID" sz="1600" b="0" i="0" u="none" strike="noStrike" kern="1200" baseline="0" dirty="0">
                          <a:solidFill>
                            <a:schemeClr val="dk1"/>
                          </a:solidFill>
                          <a:latin typeface="+mn-lt"/>
                          <a:ea typeface="+mn-ea"/>
                          <a:cs typeface="+mn-cs"/>
                        </a:rPr>
                        <a:t>Dokumen-dokumen</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proposal</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yang</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berisi</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usulan</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riset</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yang</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akan</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dilaksanakan</a:t>
                      </a:r>
                    </a:p>
                  </a:txBody>
                  <a:tcPr/>
                </a:tc>
                <a:extLst>
                  <a:ext uri="{0D108BD9-81ED-4DB2-BD59-A6C34878D82A}">
                    <a16:rowId xmlns:a16="http://schemas.microsoft.com/office/drawing/2014/main" val="41346235"/>
                  </a:ext>
                </a:extLst>
              </a:tr>
              <a:tr h="985830">
                <a:tc vMerge="1">
                  <a:txBody>
                    <a:bodyPr/>
                    <a:lstStyle/>
                    <a:p>
                      <a:endParaRPr lang="id-ID" sz="1600" dirty="0"/>
                    </a:p>
                  </a:txBody>
                  <a:tcPr/>
                </a:tc>
                <a:tc>
                  <a:txBody>
                    <a:bodyPr/>
                    <a:lstStyle/>
                    <a:p>
                      <a:r>
                        <a:rPr lang="en-US" sz="1600" b="0" i="1" u="none" strike="noStrike" kern="1200" baseline="0" dirty="0">
                          <a:solidFill>
                            <a:schemeClr val="dk1"/>
                          </a:solidFill>
                          <a:latin typeface="+mn-lt"/>
                          <a:ea typeface="+mn-ea"/>
                          <a:cs typeface="+mn-cs"/>
                        </a:rPr>
                        <a:t>K1.2 Journal &amp; White Paper</a:t>
                      </a:r>
                      <a:endParaRPr lang="id-ID" sz="1600" b="0" i="0" u="none" strike="noStrike" kern="1200" baseline="0" dirty="0">
                        <a:solidFill>
                          <a:schemeClr val="dk1"/>
                        </a:solidFill>
                        <a:latin typeface="+mn-lt"/>
                        <a:ea typeface="+mn-ea"/>
                        <a:cs typeface="+mn-cs"/>
                      </a:endParaRPr>
                    </a:p>
                  </a:txBody>
                  <a:tcPr/>
                </a:tc>
                <a:tc>
                  <a:txBody>
                    <a:bodyPr/>
                    <a:lstStyle/>
                    <a:p>
                      <a:r>
                        <a:rPr lang="id-ID" sz="1600" b="0" i="0" u="none" strike="noStrike" kern="1200" baseline="0" dirty="0">
                          <a:solidFill>
                            <a:schemeClr val="dk1"/>
                          </a:solidFill>
                          <a:latin typeface="+mn-lt"/>
                          <a:ea typeface="+mn-ea"/>
                          <a:cs typeface="+mn-cs"/>
                        </a:rPr>
                        <a:t>Dokumen-dokumen</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yang</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menjadi</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bahan</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rujukan</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dalam</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melakukan</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riset</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seperti</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jurnal,</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hasil</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riset</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akademis,</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dokumen-dokumen</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terkait</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praktik</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penjaminan</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di</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DIC</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lain,</a:t>
                      </a:r>
                      <a:r>
                        <a:rPr lang="en-US" sz="1600" b="0" i="0" u="none" strike="noStrike" kern="1200" baseline="0" dirty="0">
                          <a:solidFill>
                            <a:schemeClr val="dk1"/>
                          </a:solidFill>
                          <a:latin typeface="+mn-lt"/>
                          <a:ea typeface="+mn-ea"/>
                          <a:cs typeface="+mn-cs"/>
                        </a:rPr>
                        <a:t> </a:t>
                      </a:r>
                      <a:r>
                        <a:rPr lang="id-ID" sz="1600" b="0" i="0" u="none" strike="noStrike" kern="1200" baseline="0" dirty="0">
                          <a:solidFill>
                            <a:schemeClr val="dk1"/>
                          </a:solidFill>
                          <a:latin typeface="+mn-lt"/>
                          <a:ea typeface="+mn-ea"/>
                          <a:cs typeface="+mn-cs"/>
                        </a:rPr>
                        <a:t>dsb.</a:t>
                      </a:r>
                    </a:p>
                  </a:txBody>
                  <a:tcPr/>
                </a:tc>
                <a:extLst>
                  <a:ext uri="{0D108BD9-81ED-4DB2-BD59-A6C34878D82A}">
                    <a16:rowId xmlns:a16="http://schemas.microsoft.com/office/drawing/2014/main" val="2660656725"/>
                  </a:ext>
                </a:extLst>
              </a:tr>
              <a:tr h="985830">
                <a:tc vMerge="1">
                  <a:txBody>
                    <a:bodyPr/>
                    <a:lstStyle/>
                    <a:p>
                      <a:endParaRPr lang="id-ID" sz="1600" dirty="0"/>
                    </a:p>
                  </a:txBody>
                  <a:tcPr/>
                </a:tc>
                <a:tc>
                  <a:txBody>
                    <a:bodyPr/>
                    <a:lstStyle/>
                    <a:p>
                      <a:r>
                        <a:rPr lang="pt-BR" sz="1600" b="0" i="1" u="none" strike="noStrike" kern="1200" baseline="0" dirty="0">
                          <a:solidFill>
                            <a:schemeClr val="dk1"/>
                          </a:solidFill>
                          <a:latin typeface="+mn-lt"/>
                          <a:ea typeface="+mn-ea"/>
                          <a:cs typeface="+mn-cs"/>
                        </a:rPr>
                        <a:t>K1.3 Hasil Riset</a:t>
                      </a:r>
                      <a:endParaRPr lang="id-ID" sz="1600" b="0" i="0" u="none" strike="noStrike" kern="1200" baseline="0" dirty="0">
                        <a:solidFill>
                          <a:schemeClr val="dk1"/>
                        </a:solidFill>
                        <a:latin typeface="+mn-lt"/>
                        <a:ea typeface="+mn-ea"/>
                        <a:cs typeface="+mn-cs"/>
                      </a:endParaRPr>
                    </a:p>
                  </a:txBody>
                  <a:tcPr/>
                </a:tc>
                <a:tc>
                  <a:txBody>
                    <a:bodyPr/>
                    <a:lstStyle/>
                    <a:p>
                      <a:r>
                        <a:rPr lang="en-US" sz="1600" b="0" i="0" u="none" strike="noStrike" kern="1200" baseline="0" dirty="0" err="1">
                          <a:solidFill>
                            <a:schemeClr val="dk1"/>
                          </a:solidFill>
                          <a:latin typeface="+mn-lt"/>
                          <a:ea typeface="+mn-ea"/>
                          <a:cs typeface="+mn-cs"/>
                        </a:rPr>
                        <a:t>Laporan</a:t>
                      </a:r>
                      <a:r>
                        <a:rPr lang="en-US" sz="1600" b="0" i="0" u="none" strike="noStrike" kern="1200" baseline="0" dirty="0">
                          <a:solidFill>
                            <a:schemeClr val="dk1"/>
                          </a:solidFill>
                          <a:latin typeface="+mn-lt"/>
                          <a:ea typeface="+mn-ea"/>
                          <a:cs typeface="+mn-cs"/>
                        </a:rPr>
                        <a:t> yang </a:t>
                      </a:r>
                      <a:r>
                        <a:rPr lang="en-US" sz="1600" b="0" i="0" u="none" strike="noStrike" kern="1200" baseline="0" dirty="0" err="1">
                          <a:solidFill>
                            <a:schemeClr val="dk1"/>
                          </a:solidFill>
                          <a:latin typeface="+mn-lt"/>
                          <a:ea typeface="+mn-ea"/>
                          <a:cs typeface="+mn-cs"/>
                        </a:rPr>
                        <a:t>dihasilkan</a:t>
                      </a:r>
                      <a:r>
                        <a:rPr lang="en-US" sz="1600" b="0" i="0" u="none" strike="noStrike" kern="1200" baseline="0" dirty="0">
                          <a:solidFill>
                            <a:schemeClr val="dk1"/>
                          </a:solidFill>
                          <a:latin typeface="+mn-lt"/>
                          <a:ea typeface="+mn-ea"/>
                          <a:cs typeface="+mn-cs"/>
                        </a:rPr>
                        <a:t> </a:t>
                      </a:r>
                      <a:r>
                        <a:rPr lang="en-US" sz="1600" b="0" i="0" u="none" strike="noStrike" kern="1200" baseline="0" dirty="0" err="1">
                          <a:solidFill>
                            <a:schemeClr val="dk1"/>
                          </a:solidFill>
                          <a:latin typeface="+mn-lt"/>
                          <a:ea typeface="+mn-ea"/>
                          <a:cs typeface="+mn-cs"/>
                        </a:rPr>
                        <a:t>dari</a:t>
                      </a:r>
                      <a:r>
                        <a:rPr lang="en-US" sz="1600" b="0" i="0" u="none" strike="noStrike" kern="1200" baseline="0" dirty="0">
                          <a:solidFill>
                            <a:schemeClr val="dk1"/>
                          </a:solidFill>
                          <a:latin typeface="+mn-lt"/>
                          <a:ea typeface="+mn-ea"/>
                          <a:cs typeface="+mn-cs"/>
                        </a:rPr>
                        <a:t> </a:t>
                      </a:r>
                      <a:r>
                        <a:rPr lang="en-US" sz="1600" b="0" i="0" u="none" strike="noStrike" kern="1200" baseline="0" dirty="0" err="1">
                          <a:solidFill>
                            <a:schemeClr val="dk1"/>
                          </a:solidFill>
                          <a:latin typeface="+mn-lt"/>
                          <a:ea typeface="+mn-ea"/>
                          <a:cs typeface="+mn-cs"/>
                        </a:rPr>
                        <a:t>riset</a:t>
                      </a:r>
                      <a:endParaRPr lang="id-ID" sz="1600" b="0" i="0" u="none" strike="noStrike" kern="1200" baseline="0" dirty="0">
                        <a:solidFill>
                          <a:schemeClr val="dk1"/>
                        </a:solidFill>
                        <a:latin typeface="+mn-lt"/>
                        <a:ea typeface="+mn-ea"/>
                        <a:cs typeface="+mn-cs"/>
                      </a:endParaRPr>
                    </a:p>
                  </a:txBody>
                  <a:tcPr/>
                </a:tc>
                <a:extLst>
                  <a:ext uri="{0D108BD9-81ED-4DB2-BD59-A6C34878D82A}">
                    <a16:rowId xmlns:a16="http://schemas.microsoft.com/office/drawing/2014/main" val="3507786937"/>
                  </a:ext>
                </a:extLst>
              </a:tr>
            </a:tbl>
          </a:graphicData>
        </a:graphic>
      </p:graphicFrame>
    </p:spTree>
    <p:extLst>
      <p:ext uri="{BB962C8B-B14F-4D97-AF65-F5344CB8AC3E}">
        <p14:creationId xmlns:p14="http://schemas.microsoft.com/office/powerpoint/2010/main" val="8178647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62AC4-A145-46CD-81AC-C2EB394D5DDC}"/>
              </a:ext>
            </a:extLst>
          </p:cNvPr>
          <p:cNvSpPr txBox="1">
            <a:spLocks/>
          </p:cNvSpPr>
          <p:nvPr/>
        </p:nvSpPr>
        <p:spPr>
          <a:xfrm>
            <a:off x="1528354" y="3167514"/>
            <a:ext cx="8675915" cy="745958"/>
          </a:xfrm>
          <a:prstGeom prst="rect">
            <a:avLst/>
          </a:prstGeom>
        </p:spPr>
        <p:txBody>
          <a:bodyPr>
            <a:noAutofit/>
          </a:bodyPr>
          <a:lstStyle>
            <a:lvl1pPr algn="ctr" defTabSz="914400" rtl="0" eaLnBrk="1" latinLnBrk="0" hangingPunct="1">
              <a:spcBef>
                <a:spcPct val="0"/>
              </a:spcBef>
              <a:buNone/>
              <a:defRPr sz="3600" b="1" kern="1200">
                <a:solidFill>
                  <a:schemeClr val="tx1"/>
                </a:solidFill>
                <a:latin typeface="Trebuchet MS" panose="020B0603020202020204" pitchFamily="34" charset="0"/>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000" b="1" i="0" u="none" strike="noStrike" kern="1200" cap="none" spc="0" normalizeH="0" baseline="0" noProof="1">
                <a:ln>
                  <a:noFill/>
                </a:ln>
                <a:solidFill>
                  <a:srgbClr val="D08D3F"/>
                </a:solidFill>
                <a:effectLst/>
                <a:uLnTx/>
                <a:uFillTx/>
                <a:latin typeface="Segoe UI" panose="020B0502040204020203" pitchFamily="34" charset="0"/>
                <a:ea typeface="+mj-ea"/>
                <a:cs typeface="Segoe UI" panose="020B0502040204020203" pitchFamily="34" charset="0"/>
              </a:rPr>
              <a:t>TERIMA KASIH</a:t>
            </a:r>
            <a:endParaRPr kumimoji="0" lang="en-US" sz="4400" b="1" i="0" u="sng" strike="noStrike" kern="1200" cap="none" spc="0" normalizeH="0" baseline="0" noProof="1">
              <a:ln>
                <a:noFill/>
              </a:ln>
              <a:solidFill>
                <a:srgbClr val="D08D3F"/>
              </a:solidFill>
              <a:effectLst/>
              <a:uLnTx/>
              <a:uFillTx/>
              <a:latin typeface="Segoe UI" panose="020B0502040204020203" pitchFamily="34" charset="0"/>
              <a:ea typeface="+mj-ea"/>
              <a:cs typeface="Segoe UI" panose="020B0502040204020203" pitchFamily="34" charset="0"/>
            </a:endParaRPr>
          </a:p>
        </p:txBody>
      </p:sp>
    </p:spTree>
    <p:extLst>
      <p:ext uri="{BB962C8B-B14F-4D97-AF65-F5344CB8AC3E}">
        <p14:creationId xmlns:p14="http://schemas.microsoft.com/office/powerpoint/2010/main" val="2249818893"/>
      </p:ext>
    </p:extLst>
  </p:cSld>
  <p:clrMapOvr>
    <a:masterClrMapping/>
  </p:clrMapOvr>
</p:sld>
</file>

<file path=ppt/theme/theme1.xml><?xml version="1.0" encoding="utf-8"?>
<a:theme xmlns:a="http://schemas.openxmlformats.org/drawingml/2006/main" name="3_Office Theme">
  <a:themeElements>
    <a:clrScheme name="Red">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Custom 1">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4_Office Theme">
  <a:themeElements>
    <a:clrScheme name="Red">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Custom 1">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5_Office Theme">
  <a:themeElements>
    <a:clrScheme name="Red">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Custom 1">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4126</TotalTime>
  <Words>1563</Words>
  <Application>Microsoft Office PowerPoint</Application>
  <PresentationFormat>Widescreen</PresentationFormat>
  <Paragraphs>329</Paragraphs>
  <Slides>12</Slides>
  <Notes>0</Notes>
  <HiddenSlides>0</HiddenSlides>
  <MMClips>0</MMClips>
  <ScaleCrop>false</ScaleCrop>
  <HeadingPairs>
    <vt:vector size="6" baseType="variant">
      <vt:variant>
        <vt:lpstr>Fonts Used</vt:lpstr>
      </vt:variant>
      <vt:variant>
        <vt:i4>11</vt:i4>
      </vt:variant>
      <vt:variant>
        <vt:lpstr>Theme</vt:lpstr>
      </vt:variant>
      <vt:variant>
        <vt:i4>4</vt:i4>
      </vt:variant>
      <vt:variant>
        <vt:lpstr>Slide Titles</vt:lpstr>
      </vt:variant>
      <vt:variant>
        <vt:i4>12</vt:i4>
      </vt:variant>
    </vt:vector>
  </HeadingPairs>
  <TitlesOfParts>
    <vt:vector size="27" baseType="lpstr">
      <vt:lpstr>Arial</vt:lpstr>
      <vt:lpstr>Book Antiqua</vt:lpstr>
      <vt:lpstr>Calibri</vt:lpstr>
      <vt:lpstr>Calibri (Headings)</vt:lpstr>
      <vt:lpstr>Calibri Light</vt:lpstr>
      <vt:lpstr>Century Gothic</vt:lpstr>
      <vt:lpstr>Museo Sans 700</vt:lpstr>
      <vt:lpstr>Palatino Linotype</vt:lpstr>
      <vt:lpstr>Segoe UI</vt:lpstr>
      <vt:lpstr>Trebuchet MS</vt:lpstr>
      <vt:lpstr>Wingdings</vt:lpstr>
      <vt:lpstr>3_Office Theme</vt:lpstr>
      <vt:lpstr>4_Office Theme</vt:lpstr>
      <vt:lpstr>5_Office Theme</vt:lpstr>
      <vt:lpstr>Office Theme</vt:lpstr>
      <vt:lpstr>PowerPoint Presentation</vt:lpstr>
      <vt:lpstr>ICS dan Domain Data</vt:lpstr>
      <vt:lpstr>Domain Informasi di LPS</vt:lpstr>
      <vt:lpstr>Penjelasan Domain Informasi di LPS</vt:lpstr>
      <vt:lpstr>Komponen Data Utama Pada Domain Informasi di LPS – Data Penjaminan</vt:lpstr>
      <vt:lpstr>Komponen Data Utama Pada Domain Informasi di LPS – Data Surveilans (1)</vt:lpstr>
      <vt:lpstr>Komponen Data Utama Pada Domain Informasi di LPS – Data Surveilans (2)</vt:lpstr>
      <vt:lpstr>Komponen Data Utama Pada Domain Informasi di LPS – Data Resolusi (1)</vt:lpstr>
      <vt:lpstr>Komponen Data Utama Pada Domain Informasi di LPS – Data Resolusi (2)</vt:lpstr>
      <vt:lpstr>Komponen Data Utama Pada Domain Informasi di LPS – Data Resolusi (3)</vt:lpstr>
      <vt:lpstr>Komponen Data Utama Pada Domain Informasi di LPS – Data Riset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dataloka</dc:creator>
  <cp:lastModifiedBy>Muhammad Zaki (AP)</cp:lastModifiedBy>
  <cp:revision>167</cp:revision>
  <dcterms:created xsi:type="dcterms:W3CDTF">2019-11-20T21:17:34Z</dcterms:created>
  <dcterms:modified xsi:type="dcterms:W3CDTF">2021-09-17T01:56:33Z</dcterms:modified>
</cp:coreProperties>
</file>